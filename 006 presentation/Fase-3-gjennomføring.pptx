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313" r:id="rId5"/>
    <p:sldId id="323" r:id="rId6"/>
    <p:sldId id="334" r:id="rId7"/>
    <p:sldId id="336" r:id="rId8"/>
    <p:sldId id="337" r:id="rId9"/>
    <p:sldId id="338" r:id="rId10"/>
    <p:sldId id="339" r:id="rId11"/>
    <p:sldId id="34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BFC163-2238-46B0-BA7B-CA45122498AD}" v="385" dt="2026-02-11T13:16:16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8" d="100"/>
          <a:sy n="148" d="100"/>
        </p:scale>
        <p:origin x="134" y="93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ård Inge Austigard Pettersen" userId="bebddd87-b0b6-46bf-b87e-7c2cbec16442" providerId="ADAL" clId="{9CA93B7F-B46C-4239-839E-1E25C688BB60}"/>
    <pc:docChg chg="undo custSel addSld delSld modSld sldOrd">
      <pc:chgData name="Bård Inge Austigard Pettersen" userId="bebddd87-b0b6-46bf-b87e-7c2cbec16442" providerId="ADAL" clId="{9CA93B7F-B46C-4239-839E-1E25C688BB60}" dt="2026-02-11T13:16:16.211" v="761"/>
      <pc:docMkLst>
        <pc:docMk/>
      </pc:docMkLst>
      <pc:sldChg chg="modSp del mod">
        <pc:chgData name="Bård Inge Austigard Pettersen" userId="bebddd87-b0b6-46bf-b87e-7c2cbec16442" providerId="ADAL" clId="{9CA93B7F-B46C-4239-839E-1E25C688BB60}" dt="2026-02-11T11:16:08.431" v="733"/>
        <pc:sldMkLst>
          <pc:docMk/>
          <pc:sldMk cId="0" sldId="256"/>
        </pc:sldMkLst>
        <pc:spChg chg="mod">
          <ac:chgData name="Bård Inge Austigard Pettersen" userId="bebddd87-b0b6-46bf-b87e-7c2cbec16442" providerId="ADAL" clId="{9CA93B7F-B46C-4239-839E-1E25C688BB60}" dt="2026-02-11T11:14:51.432" v="731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del mod">
        <pc:chgData name="Bård Inge Austigard Pettersen" userId="bebddd87-b0b6-46bf-b87e-7c2cbec16442" providerId="ADAL" clId="{9CA93B7F-B46C-4239-839E-1E25C688BB60}" dt="2026-02-11T10:02:53.948" v="66"/>
        <pc:sldMkLst>
          <pc:docMk/>
          <pc:sldMk cId="0" sldId="257"/>
        </pc:sldMkLst>
        <pc:spChg chg="mod">
          <ac:chgData name="Bård Inge Austigard Pettersen" userId="bebddd87-b0b6-46bf-b87e-7c2cbec16442" providerId="ADAL" clId="{9CA93B7F-B46C-4239-839E-1E25C688BB60}" dt="2026-02-11T09:59:16.716" v="64" actId="20577"/>
          <ac:spMkLst>
            <pc:docMk/>
            <pc:sldMk cId="0" sldId="257"/>
            <ac:spMk id="6" creationId="{00000000-0000-0000-0000-000000000000}"/>
          </ac:spMkLst>
        </pc:spChg>
      </pc:sldChg>
      <pc:sldChg chg="modSp del mod">
        <pc:chgData name="Bård Inge Austigard Pettersen" userId="bebddd87-b0b6-46bf-b87e-7c2cbec16442" providerId="ADAL" clId="{9CA93B7F-B46C-4239-839E-1E25C688BB60}" dt="2026-02-11T10:10:47.197" v="206"/>
        <pc:sldMkLst>
          <pc:docMk/>
          <pc:sldMk cId="0" sldId="258"/>
        </pc:sldMkLst>
        <pc:spChg chg="mod">
          <ac:chgData name="Bård Inge Austigard Pettersen" userId="bebddd87-b0b6-46bf-b87e-7c2cbec16442" providerId="ADAL" clId="{9CA93B7F-B46C-4239-839E-1E25C688BB60}" dt="2026-02-11T10:09:04.727" v="204" actId="20577"/>
          <ac:spMkLst>
            <pc:docMk/>
            <pc:sldMk cId="0" sldId="258"/>
            <ac:spMk id="6" creationId="{00000000-0000-0000-0000-000000000000}"/>
          </ac:spMkLst>
        </pc:spChg>
      </pc:sldChg>
      <pc:sldChg chg="addSp delSp modSp del mod delAnim modAnim">
        <pc:chgData name="Bård Inge Austigard Pettersen" userId="bebddd87-b0b6-46bf-b87e-7c2cbec16442" providerId="ADAL" clId="{9CA93B7F-B46C-4239-839E-1E25C688BB60}" dt="2026-02-11T11:17:08.256" v="743"/>
        <pc:sldMkLst>
          <pc:docMk/>
          <pc:sldMk cId="0" sldId="259"/>
        </pc:sldMkLst>
        <pc:spChg chg="mod">
          <ac:chgData name="Bård Inge Austigard Pettersen" userId="bebddd87-b0b6-46bf-b87e-7c2cbec16442" providerId="ADAL" clId="{9CA93B7F-B46C-4239-839E-1E25C688BB60}" dt="2026-02-11T10:50:46.555" v="556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29:25.170" v="358" actId="20577"/>
          <ac:spMkLst>
            <pc:docMk/>
            <pc:sldMk cId="0" sldId="259"/>
            <ac:spMk id="6" creationId="{00000000-0000-0000-0000-000000000000}"/>
          </ac:spMkLst>
        </pc:spChg>
        <pc:picChg chg="del">
          <ac:chgData name="Bård Inge Austigard Pettersen" userId="bebddd87-b0b6-46bf-b87e-7c2cbec16442" providerId="ADAL" clId="{9CA93B7F-B46C-4239-839E-1E25C688BB60}" dt="2026-02-11T10:21:00.135" v="280" actId="478"/>
          <ac:picMkLst>
            <pc:docMk/>
            <pc:sldMk cId="0" sldId="259"/>
            <ac:picMk id="10" creationId="{00000000-0000-0000-0000-000000000000}"/>
          </ac:picMkLst>
        </pc:picChg>
        <pc:picChg chg="del">
          <ac:chgData name="Bård Inge Austigard Pettersen" userId="bebddd87-b0b6-46bf-b87e-7c2cbec16442" providerId="ADAL" clId="{9CA93B7F-B46C-4239-839E-1E25C688BB60}" dt="2026-02-11T10:21:00.135" v="280" actId="478"/>
          <ac:picMkLst>
            <pc:docMk/>
            <pc:sldMk cId="0" sldId="259"/>
            <ac:picMk id="11" creationId="{00000000-0000-0000-0000-000000000000}"/>
          </ac:picMkLst>
        </pc:picChg>
        <pc:picChg chg="del">
          <ac:chgData name="Bård Inge Austigard Pettersen" userId="bebddd87-b0b6-46bf-b87e-7c2cbec16442" providerId="ADAL" clId="{9CA93B7F-B46C-4239-839E-1E25C688BB60}" dt="2026-02-11T10:21:00.135" v="280" actId="478"/>
          <ac:picMkLst>
            <pc:docMk/>
            <pc:sldMk cId="0" sldId="259"/>
            <ac:picMk id="12" creationId="{00000000-0000-0000-0000-000000000000}"/>
          </ac:picMkLst>
        </pc:picChg>
        <pc:picChg chg="add mod">
          <ac:chgData name="Bård Inge Austigard Pettersen" userId="bebddd87-b0b6-46bf-b87e-7c2cbec16442" providerId="ADAL" clId="{9CA93B7F-B46C-4239-839E-1E25C688BB60}" dt="2026-02-11T10:38:09.664" v="434" actId="1076"/>
          <ac:picMkLst>
            <pc:docMk/>
            <pc:sldMk cId="0" sldId="259"/>
            <ac:picMk id="13" creationId="{77FEA319-B2E8-0545-7E30-E315BAA78F4A}"/>
          </ac:picMkLst>
        </pc:picChg>
      </pc:sldChg>
      <pc:sldChg chg="modSp del mod">
        <pc:chgData name="Bård Inge Austigard Pettersen" userId="bebddd87-b0b6-46bf-b87e-7c2cbec16442" providerId="ADAL" clId="{9CA93B7F-B46C-4239-839E-1E25C688BB60}" dt="2026-02-11T10:32:18.718" v="360"/>
        <pc:sldMkLst>
          <pc:docMk/>
          <pc:sldMk cId="0" sldId="260"/>
        </pc:sldMkLst>
        <pc:spChg chg="mod">
          <ac:chgData name="Bård Inge Austigard Pettersen" userId="bebddd87-b0b6-46bf-b87e-7c2cbec16442" providerId="ADAL" clId="{9CA93B7F-B46C-4239-839E-1E25C688BB60}" dt="2026-02-11T10:25:29.642" v="332" actId="20577"/>
          <ac:spMkLst>
            <pc:docMk/>
            <pc:sldMk cId="0" sldId="260"/>
            <ac:spMk id="6" creationId="{00000000-0000-0000-0000-000000000000}"/>
          </ac:spMkLst>
        </pc:spChg>
      </pc:sldChg>
      <pc:sldChg chg="modSp del mod">
        <pc:chgData name="Bård Inge Austigard Pettersen" userId="bebddd87-b0b6-46bf-b87e-7c2cbec16442" providerId="ADAL" clId="{9CA93B7F-B46C-4239-839E-1E25C688BB60}" dt="2026-02-11T10:41:17.153" v="443"/>
        <pc:sldMkLst>
          <pc:docMk/>
          <pc:sldMk cId="0" sldId="261"/>
        </pc:sldMkLst>
        <pc:spChg chg="mod">
          <ac:chgData name="Bård Inge Austigard Pettersen" userId="bebddd87-b0b6-46bf-b87e-7c2cbec16442" providerId="ADAL" clId="{9CA93B7F-B46C-4239-839E-1E25C688BB60}" dt="2026-02-11T10:35:57.763" v="427" actId="20577"/>
          <ac:spMkLst>
            <pc:docMk/>
            <pc:sldMk cId="0" sldId="261"/>
            <ac:spMk id="6" creationId="{00000000-0000-0000-0000-000000000000}"/>
          </ac:spMkLst>
        </pc:spChg>
      </pc:sldChg>
      <pc:sldChg chg="addSp delSp modSp del mod ord delAnim">
        <pc:chgData name="Bård Inge Austigard Pettersen" userId="bebddd87-b0b6-46bf-b87e-7c2cbec16442" providerId="ADAL" clId="{9CA93B7F-B46C-4239-839E-1E25C688BB60}" dt="2026-02-11T10:57:39.918" v="707"/>
        <pc:sldMkLst>
          <pc:docMk/>
          <pc:sldMk cId="0" sldId="262"/>
        </pc:sldMkLst>
        <pc:spChg chg="del">
          <ac:chgData name="Bård Inge Austigard Pettersen" userId="bebddd87-b0b6-46bf-b87e-7c2cbec16442" providerId="ADAL" clId="{9CA93B7F-B46C-4239-839E-1E25C688BB60}" dt="2026-02-11T10:51:21.261" v="569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51:11.564" v="567" actId="20577"/>
          <ac:spMkLst>
            <pc:docMk/>
            <pc:sldMk cId="0" sldId="262"/>
            <ac:spMk id="6" creationId="{00000000-0000-0000-0000-000000000000}"/>
          </ac:spMkLst>
        </pc:spChg>
        <pc:spChg chg="del">
          <ac:chgData name="Bård Inge Austigard Pettersen" userId="bebddd87-b0b6-46bf-b87e-7c2cbec16442" providerId="ADAL" clId="{9CA93B7F-B46C-4239-839E-1E25C688BB60}" dt="2026-02-11T10:51:28.555" v="571" actId="478"/>
          <ac:spMkLst>
            <pc:docMk/>
            <pc:sldMk cId="0" sldId="262"/>
            <ac:spMk id="10" creationId="{76E5451E-2F63-0BF2-23D0-A763E0355D42}"/>
          </ac:spMkLst>
        </pc:spChg>
        <pc:spChg chg="add del mod">
          <ac:chgData name="Bård Inge Austigard Pettersen" userId="bebddd87-b0b6-46bf-b87e-7c2cbec16442" providerId="ADAL" clId="{9CA93B7F-B46C-4239-839E-1E25C688BB60}" dt="2026-02-11T10:51:26.452" v="570" actId="478"/>
          <ac:spMkLst>
            <pc:docMk/>
            <pc:sldMk cId="0" sldId="262"/>
            <ac:spMk id="11" creationId="{7DA26F07-C49A-4151-3478-0DDCD5975E2C}"/>
          </ac:spMkLst>
        </pc:spChg>
        <pc:spChg chg="del">
          <ac:chgData name="Bård Inge Austigard Pettersen" userId="bebddd87-b0b6-46bf-b87e-7c2cbec16442" providerId="ADAL" clId="{9CA93B7F-B46C-4239-839E-1E25C688BB60}" dt="2026-02-11T10:51:21.261" v="569" actId="478"/>
          <ac:spMkLst>
            <pc:docMk/>
            <pc:sldMk cId="0" sldId="262"/>
            <ac:spMk id="12" creationId="{8863331A-051D-9D68-2697-57EBCF2AB326}"/>
          </ac:spMkLst>
        </pc:spChg>
        <pc:inkChg chg="del">
          <ac:chgData name="Bård Inge Austigard Pettersen" userId="bebddd87-b0b6-46bf-b87e-7c2cbec16442" providerId="ADAL" clId="{9CA93B7F-B46C-4239-839E-1E25C688BB60}" dt="2026-02-11T10:51:15.094" v="568" actId="478"/>
          <ac:inkMkLst>
            <pc:docMk/>
            <pc:sldMk cId="0" sldId="262"/>
            <ac:inkMk id="13" creationId="{6EFA0998-5593-6724-3E68-86F1396B66F0}"/>
          </ac:inkMkLst>
        </pc:inkChg>
      </pc:sldChg>
      <pc:sldChg chg="del">
        <pc:chgData name="Bård Inge Austigard Pettersen" userId="bebddd87-b0b6-46bf-b87e-7c2cbec16442" providerId="ADAL" clId="{9CA93B7F-B46C-4239-839E-1E25C688BB60}" dt="2026-02-11T10:51:30.295" v="572" actId="47"/>
        <pc:sldMkLst>
          <pc:docMk/>
          <pc:sldMk cId="0" sldId="263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64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65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66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67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68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69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0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1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2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3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4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5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6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7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8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9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80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81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82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83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84"/>
        </pc:sldMkLst>
      </pc:sldChg>
      <pc:sldChg chg="add del">
        <pc:chgData name="Bård Inge Austigard Pettersen" userId="bebddd87-b0b6-46bf-b87e-7c2cbec16442" providerId="ADAL" clId="{9CA93B7F-B46C-4239-839E-1E25C688BB60}" dt="2026-02-11T10:03:03.132" v="68"/>
        <pc:sldMkLst>
          <pc:docMk/>
          <pc:sldMk cId="2135442263" sldId="285"/>
        </pc:sldMkLst>
      </pc:sldChg>
      <pc:sldChg chg="delSp modSp add del mod">
        <pc:chgData name="Bård Inge Austigard Pettersen" userId="bebddd87-b0b6-46bf-b87e-7c2cbec16442" providerId="ADAL" clId="{9CA93B7F-B46C-4239-839E-1E25C688BB60}" dt="2026-02-11T10:04:29.392" v="75"/>
        <pc:sldMkLst>
          <pc:docMk/>
          <pc:sldMk cId="3933216383" sldId="286"/>
        </pc:sldMkLst>
        <pc:spChg chg="mod">
          <ac:chgData name="Bård Inge Austigard Pettersen" userId="bebddd87-b0b6-46bf-b87e-7c2cbec16442" providerId="ADAL" clId="{9CA93B7F-B46C-4239-839E-1E25C688BB60}" dt="2026-02-11T10:03:18.685" v="71"/>
          <ac:spMkLst>
            <pc:docMk/>
            <pc:sldMk cId="3933216383" sldId="286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03:18.686" v="73"/>
          <ac:spMkLst>
            <pc:docMk/>
            <pc:sldMk cId="3933216383" sldId="286"/>
            <ac:spMk id="6" creationId="{00000000-0000-0000-0000-000000000000}"/>
          </ac:spMkLst>
        </pc:spChg>
        <pc:inkChg chg="del">
          <ac:chgData name="Bård Inge Austigard Pettersen" userId="bebddd87-b0b6-46bf-b87e-7c2cbec16442" providerId="ADAL" clId="{9CA93B7F-B46C-4239-839E-1E25C688BB60}" dt="2026-02-11T10:03:12.556" v="69"/>
          <ac:inkMkLst>
            <pc:docMk/>
            <pc:sldMk cId="3933216383" sldId="286"/>
            <ac:inkMk id="2" creationId="{02E55BDA-251A-51B1-D36D-744D4D9F70E0}"/>
          </ac:inkMkLst>
        </pc:inkChg>
      </pc:sldChg>
      <pc:sldChg chg="addSp modSp add del mod modAnim">
        <pc:chgData name="Bård Inge Austigard Pettersen" userId="bebddd87-b0b6-46bf-b87e-7c2cbec16442" providerId="ADAL" clId="{9CA93B7F-B46C-4239-839E-1E25C688BB60}" dt="2026-02-11T11:16:44.109" v="739"/>
        <pc:sldMkLst>
          <pc:docMk/>
          <pc:sldMk cId="2337004044" sldId="287"/>
        </pc:sldMkLst>
        <pc:spChg chg="mod">
          <ac:chgData name="Bård Inge Austigard Pettersen" userId="bebddd87-b0b6-46bf-b87e-7c2cbec16442" providerId="ADAL" clId="{9CA93B7F-B46C-4239-839E-1E25C688BB60}" dt="2026-02-11T10:08:27.500" v="125" actId="20577"/>
          <ac:spMkLst>
            <pc:docMk/>
            <pc:sldMk cId="2337004044" sldId="287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08:42.735" v="139" actId="20577"/>
          <ac:spMkLst>
            <pc:docMk/>
            <pc:sldMk cId="2337004044" sldId="287"/>
            <ac:spMk id="6" creationId="{00000000-0000-0000-0000-000000000000}"/>
          </ac:spMkLst>
        </pc:spChg>
        <pc:picChg chg="add mod">
          <ac:chgData name="Bård Inge Austigard Pettersen" userId="bebddd87-b0b6-46bf-b87e-7c2cbec16442" providerId="ADAL" clId="{9CA93B7F-B46C-4239-839E-1E25C688BB60}" dt="2026-02-11T10:39:00.892" v="441" actId="1076"/>
          <ac:picMkLst>
            <pc:docMk/>
            <pc:sldMk cId="2337004044" sldId="287"/>
            <ac:picMk id="10" creationId="{0221394C-49D7-A2A0-1AFF-A5DE7A9C7515}"/>
          </ac:picMkLst>
        </pc:picChg>
      </pc:sldChg>
      <pc:sldChg chg="add del">
        <pc:chgData name="Bård Inge Austigard Pettersen" userId="bebddd87-b0b6-46bf-b87e-7c2cbec16442" providerId="ADAL" clId="{9CA93B7F-B46C-4239-839E-1E25C688BB60}" dt="2026-02-11T10:11:45.754" v="208"/>
        <pc:sldMkLst>
          <pc:docMk/>
          <pc:sldMk cId="3807115059" sldId="288"/>
        </pc:sldMkLst>
      </pc:sldChg>
      <pc:sldChg chg="delSp modSp add del mod delAnim">
        <pc:chgData name="Bård Inge Austigard Pettersen" userId="bebddd87-b0b6-46bf-b87e-7c2cbec16442" providerId="ADAL" clId="{9CA93B7F-B46C-4239-839E-1E25C688BB60}" dt="2026-02-11T11:16:56.632" v="741"/>
        <pc:sldMkLst>
          <pc:docMk/>
          <pc:sldMk cId="3431708753" sldId="289"/>
        </pc:sldMkLst>
        <pc:spChg chg="del">
          <ac:chgData name="Bård Inge Austigard Pettersen" userId="bebddd87-b0b6-46bf-b87e-7c2cbec16442" providerId="ADAL" clId="{9CA93B7F-B46C-4239-839E-1E25C688BB60}" dt="2026-02-11T10:12:25.195" v="209" actId="478"/>
          <ac:spMkLst>
            <pc:docMk/>
            <pc:sldMk cId="3431708753" sldId="289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12:27.366" v="213"/>
          <ac:spMkLst>
            <pc:docMk/>
            <pc:sldMk cId="3431708753" sldId="289"/>
            <ac:spMk id="203" creationId="{00000000-0000-0000-0000-000000000000}"/>
          </ac:spMkLst>
        </pc:spChg>
      </pc:sldChg>
      <pc:sldChg chg="modSp add del mod modAnim">
        <pc:chgData name="Bård Inge Austigard Pettersen" userId="bebddd87-b0b6-46bf-b87e-7c2cbec16442" providerId="ADAL" clId="{9CA93B7F-B46C-4239-839E-1E25C688BB60}" dt="2026-02-11T11:17:19.479" v="745"/>
        <pc:sldMkLst>
          <pc:docMk/>
          <pc:sldMk cId="3357516670" sldId="290"/>
        </pc:sldMkLst>
        <pc:spChg chg="mod">
          <ac:chgData name="Bård Inge Austigard Pettersen" userId="bebddd87-b0b6-46bf-b87e-7c2cbec16442" providerId="ADAL" clId="{9CA93B7F-B46C-4239-839E-1E25C688BB60}" dt="2026-02-11T10:38:33.005" v="436" actId="15"/>
          <ac:spMkLst>
            <pc:docMk/>
            <pc:sldMk cId="3357516670" sldId="290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35:32.377" v="375" actId="20577"/>
          <ac:spMkLst>
            <pc:docMk/>
            <pc:sldMk cId="3357516670" sldId="290"/>
            <ac:spMk id="6" creationId="{00000000-0000-0000-0000-000000000000}"/>
          </ac:spMkLst>
        </pc:spChg>
      </pc:sldChg>
      <pc:sldChg chg="modSp add del mod">
        <pc:chgData name="Bård Inge Austigard Pettersen" userId="bebddd87-b0b6-46bf-b87e-7c2cbec16442" providerId="ADAL" clId="{9CA93B7F-B46C-4239-839E-1E25C688BB60}" dt="2026-02-11T10:46:45.851" v="451"/>
        <pc:sldMkLst>
          <pc:docMk/>
          <pc:sldMk cId="2623392335" sldId="291"/>
        </pc:sldMkLst>
        <pc:spChg chg="mod">
          <ac:chgData name="Bård Inge Austigard Pettersen" userId="bebddd87-b0b6-46bf-b87e-7c2cbec16442" providerId="ADAL" clId="{9CA93B7F-B46C-4239-839E-1E25C688BB60}" dt="2026-02-11T10:41:24.671" v="445"/>
          <ac:spMkLst>
            <pc:docMk/>
            <pc:sldMk cId="2623392335" sldId="291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41:24.672" v="447"/>
          <ac:spMkLst>
            <pc:docMk/>
            <pc:sldMk cId="2623392335" sldId="291"/>
            <ac:spMk id="6" creationId="{00000000-0000-0000-0000-000000000000}"/>
          </ac:spMkLst>
        </pc:spChg>
      </pc:sldChg>
      <pc:sldChg chg="modSp add del mod ord modAnim">
        <pc:chgData name="Bård Inge Austigard Pettersen" userId="bebddd87-b0b6-46bf-b87e-7c2cbec16442" providerId="ADAL" clId="{9CA93B7F-B46C-4239-839E-1E25C688BB60}" dt="2026-02-11T11:17:30.168" v="747"/>
        <pc:sldMkLst>
          <pc:docMk/>
          <pc:sldMk cId="2493304393" sldId="292"/>
        </pc:sldMkLst>
        <pc:spChg chg="mod">
          <ac:chgData name="Bård Inge Austigard Pettersen" userId="bebddd87-b0b6-46bf-b87e-7c2cbec16442" providerId="ADAL" clId="{9CA93B7F-B46C-4239-839E-1E25C688BB60}" dt="2026-02-11T10:54:25.265" v="705" actId="20577"/>
          <ac:spMkLst>
            <pc:docMk/>
            <pc:sldMk cId="2493304393" sldId="292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49:52.652" v="522" actId="20577"/>
          <ac:spMkLst>
            <pc:docMk/>
            <pc:sldMk cId="2493304393" sldId="292"/>
            <ac:spMk id="6" creationId="{00000000-0000-0000-0000-000000000000}"/>
          </ac:spMkLst>
        </pc:spChg>
      </pc:sldChg>
      <pc:sldChg chg="addSp modSp add del mod">
        <pc:chgData name="Bård Inge Austigard Pettersen" userId="bebddd87-b0b6-46bf-b87e-7c2cbec16442" providerId="ADAL" clId="{9CA93B7F-B46C-4239-839E-1E25C688BB60}" dt="2026-02-11T10:58:30.240" v="716"/>
        <pc:sldMkLst>
          <pc:docMk/>
          <pc:sldMk cId="935475820" sldId="293"/>
        </pc:sldMkLst>
        <pc:spChg chg="add mod">
          <ac:chgData name="Bård Inge Austigard Pettersen" userId="bebddd87-b0b6-46bf-b87e-7c2cbec16442" providerId="ADAL" clId="{9CA93B7F-B46C-4239-839E-1E25C688BB60}" dt="2026-02-11T10:57:47.279" v="714"/>
          <ac:spMkLst>
            <pc:docMk/>
            <pc:sldMk cId="935475820" sldId="293"/>
            <ac:spMk id="2" creationId="{DE831630-985A-4E95-87A1-47445801867A}"/>
          </ac:spMkLst>
        </pc:spChg>
      </pc:sldChg>
      <pc:sldChg chg="modSp add del mod modAnim">
        <pc:chgData name="Bård Inge Austigard Pettersen" userId="bebddd87-b0b6-46bf-b87e-7c2cbec16442" providerId="ADAL" clId="{9CA93B7F-B46C-4239-839E-1E25C688BB60}" dt="2026-02-11T11:17:42.170" v="749"/>
        <pc:sldMkLst>
          <pc:docMk/>
          <pc:sldMk cId="1764074763" sldId="294"/>
        </pc:sldMkLst>
        <pc:spChg chg="mod">
          <ac:chgData name="Bård Inge Austigard Pettersen" userId="bebddd87-b0b6-46bf-b87e-7c2cbec16442" providerId="ADAL" clId="{9CA93B7F-B46C-4239-839E-1E25C688BB60}" dt="2026-02-11T11:00:29.377" v="727" actId="15"/>
          <ac:spMkLst>
            <pc:docMk/>
            <pc:sldMk cId="1764074763" sldId="294"/>
            <ac:spMk id="2" creationId="{DE831630-985A-4E95-87A1-47445801867A}"/>
          </ac:spMkLst>
        </pc:spChg>
        <pc:spChg chg="mod">
          <ac:chgData name="Bård Inge Austigard Pettersen" userId="bebddd87-b0b6-46bf-b87e-7c2cbec16442" providerId="ADAL" clId="{9CA93B7F-B46C-4239-839E-1E25C688BB60}" dt="2026-02-11T10:58:35.280" v="718"/>
          <ac:spMkLst>
            <pc:docMk/>
            <pc:sldMk cId="1764074763" sldId="294"/>
            <ac:spMk id="6" creationId="{00000000-0000-0000-0000-000000000000}"/>
          </ac:spMkLst>
        </pc:spChg>
      </pc:sldChg>
      <pc:sldChg chg="add del">
        <pc:chgData name="Bård Inge Austigard Pettersen" userId="bebddd87-b0b6-46bf-b87e-7c2cbec16442" providerId="ADAL" clId="{9CA93B7F-B46C-4239-839E-1E25C688BB60}" dt="2026-02-11T11:16:15.650" v="735"/>
        <pc:sldMkLst>
          <pc:docMk/>
          <pc:sldMk cId="3962612965" sldId="295"/>
        </pc:sldMkLst>
      </pc:sldChg>
      <pc:sldChg chg="add del">
        <pc:chgData name="Bård Inge Austigard Pettersen" userId="bebddd87-b0b6-46bf-b87e-7c2cbec16442" providerId="ADAL" clId="{9CA93B7F-B46C-4239-839E-1E25C688BB60}" dt="2026-02-11T11:16:17.811" v="737"/>
        <pc:sldMkLst>
          <pc:docMk/>
          <pc:sldMk cId="888662000" sldId="296"/>
        </pc:sldMkLst>
      </pc:sldChg>
      <pc:sldChg chg="modSp add">
        <pc:chgData name="Bård Inge Austigard Pettersen" userId="bebddd87-b0b6-46bf-b87e-7c2cbec16442" providerId="ADAL" clId="{9CA93B7F-B46C-4239-839E-1E25C688BB60}" dt="2026-02-11T11:19:19.249" v="760" actId="403"/>
        <pc:sldMkLst>
          <pc:docMk/>
          <pc:sldMk cId="2014825885" sldId="297"/>
        </pc:sldMkLst>
        <pc:spChg chg="mod">
          <ac:chgData name="Bård Inge Austigard Pettersen" userId="bebddd87-b0b6-46bf-b87e-7c2cbec16442" providerId="ADAL" clId="{9CA93B7F-B46C-4239-839E-1E25C688BB60}" dt="2026-02-11T11:19:19.249" v="760" actId="403"/>
          <ac:spMkLst>
            <pc:docMk/>
            <pc:sldMk cId="2014825885" sldId="297"/>
            <ac:spMk id="4" creationId="{00000000-0000-0000-0000-000000000000}"/>
          </ac:spMkLst>
        </pc:spChg>
      </pc:sldChg>
      <pc:sldChg chg="add">
        <pc:chgData name="Bård Inge Austigard Pettersen" userId="bebddd87-b0b6-46bf-b87e-7c2cbec16442" providerId="ADAL" clId="{9CA93B7F-B46C-4239-839E-1E25C688BB60}" dt="2026-02-11T11:16:44.104" v="738"/>
        <pc:sldMkLst>
          <pc:docMk/>
          <pc:sldMk cId="429324007" sldId="298"/>
        </pc:sldMkLst>
      </pc:sldChg>
      <pc:sldChg chg="modSp add mod">
        <pc:chgData name="Bård Inge Austigard Pettersen" userId="bebddd87-b0b6-46bf-b87e-7c2cbec16442" providerId="ADAL" clId="{9CA93B7F-B46C-4239-839E-1E25C688BB60}" dt="2026-02-11T11:18:16.783" v="751" actId="207"/>
        <pc:sldMkLst>
          <pc:docMk/>
          <pc:sldMk cId="1660635271" sldId="299"/>
        </pc:sldMkLst>
        <pc:spChg chg="mod">
          <ac:chgData name="Bård Inge Austigard Pettersen" userId="bebddd87-b0b6-46bf-b87e-7c2cbec16442" providerId="ADAL" clId="{9CA93B7F-B46C-4239-839E-1E25C688BB60}" dt="2026-02-11T11:18:16.783" v="751" actId="207"/>
          <ac:spMkLst>
            <pc:docMk/>
            <pc:sldMk cId="1660635271" sldId="299"/>
            <ac:spMk id="4" creationId="{00000000-0000-0000-0000-000000000000}"/>
          </ac:spMkLst>
        </pc:spChg>
      </pc:sldChg>
      <pc:sldChg chg="addSp modSp add mod">
        <pc:chgData name="Bård Inge Austigard Pettersen" userId="bebddd87-b0b6-46bf-b87e-7c2cbec16442" providerId="ADAL" clId="{9CA93B7F-B46C-4239-839E-1E25C688BB60}" dt="2026-02-11T13:16:16.211" v="761"/>
        <pc:sldMkLst>
          <pc:docMk/>
          <pc:sldMk cId="2530369690" sldId="300"/>
        </pc:sldMkLst>
        <pc:spChg chg="mod">
          <ac:chgData name="Bård Inge Austigard Pettersen" userId="bebddd87-b0b6-46bf-b87e-7c2cbec16442" providerId="ADAL" clId="{9CA93B7F-B46C-4239-839E-1E25C688BB60}" dt="2026-02-11T11:18:09.318" v="750" actId="207"/>
          <ac:spMkLst>
            <pc:docMk/>
            <pc:sldMk cId="2530369690" sldId="300"/>
            <ac:spMk id="4" creationId="{00000000-0000-0000-0000-000000000000}"/>
          </ac:spMkLst>
        </pc:spChg>
        <pc:inkChg chg="add">
          <ac:chgData name="Bård Inge Austigard Pettersen" userId="bebddd87-b0b6-46bf-b87e-7c2cbec16442" providerId="ADAL" clId="{9CA93B7F-B46C-4239-839E-1E25C688BB60}" dt="2026-02-11T13:16:16.211" v="761"/>
          <ac:inkMkLst>
            <pc:docMk/>
            <pc:sldMk cId="2530369690" sldId="300"/>
            <ac:inkMk id="2" creationId="{DF0DC1E7-F8CD-E97D-4D9A-F564D8205507}"/>
          </ac:inkMkLst>
        </pc:inkChg>
      </pc:sldChg>
      <pc:sldChg chg="addSp modSp add mod">
        <pc:chgData name="Bård Inge Austigard Pettersen" userId="bebddd87-b0b6-46bf-b87e-7c2cbec16442" providerId="ADAL" clId="{9CA93B7F-B46C-4239-839E-1E25C688BB60}" dt="2026-02-11T13:16:16.211" v="761"/>
        <pc:sldMkLst>
          <pc:docMk/>
          <pc:sldMk cId="2319954523" sldId="301"/>
        </pc:sldMkLst>
        <pc:spChg chg="mod">
          <ac:chgData name="Bård Inge Austigard Pettersen" userId="bebddd87-b0b6-46bf-b87e-7c2cbec16442" providerId="ADAL" clId="{9CA93B7F-B46C-4239-839E-1E25C688BB60}" dt="2026-02-11T11:18:22.773" v="752" actId="207"/>
          <ac:spMkLst>
            <pc:docMk/>
            <pc:sldMk cId="2319954523" sldId="301"/>
            <ac:spMk id="4" creationId="{00000000-0000-0000-0000-000000000000}"/>
          </ac:spMkLst>
        </pc:spChg>
        <pc:inkChg chg="add">
          <ac:chgData name="Bård Inge Austigard Pettersen" userId="bebddd87-b0b6-46bf-b87e-7c2cbec16442" providerId="ADAL" clId="{9CA93B7F-B46C-4239-839E-1E25C688BB60}" dt="2026-02-11T13:16:16.211" v="761"/>
          <ac:inkMkLst>
            <pc:docMk/>
            <pc:sldMk cId="2319954523" sldId="301"/>
            <ac:inkMk id="2" creationId="{11EA25C1-65CB-BB93-540E-C829DF5516C8}"/>
          </ac:inkMkLst>
        </pc:inkChg>
      </pc:sldChg>
      <pc:sldChg chg="addSp modSp add mod">
        <pc:chgData name="Bård Inge Austigard Pettersen" userId="bebddd87-b0b6-46bf-b87e-7c2cbec16442" providerId="ADAL" clId="{9CA93B7F-B46C-4239-839E-1E25C688BB60}" dt="2026-02-11T13:16:16.211" v="761"/>
        <pc:sldMkLst>
          <pc:docMk/>
          <pc:sldMk cId="2266474766" sldId="302"/>
        </pc:sldMkLst>
        <pc:spChg chg="mod">
          <ac:chgData name="Bård Inge Austigard Pettersen" userId="bebddd87-b0b6-46bf-b87e-7c2cbec16442" providerId="ADAL" clId="{9CA93B7F-B46C-4239-839E-1E25C688BB60}" dt="2026-02-11T11:18:29.179" v="753" actId="207"/>
          <ac:spMkLst>
            <pc:docMk/>
            <pc:sldMk cId="2266474766" sldId="302"/>
            <ac:spMk id="4" creationId="{00000000-0000-0000-0000-000000000000}"/>
          </ac:spMkLst>
        </pc:spChg>
        <pc:inkChg chg="add">
          <ac:chgData name="Bård Inge Austigard Pettersen" userId="bebddd87-b0b6-46bf-b87e-7c2cbec16442" providerId="ADAL" clId="{9CA93B7F-B46C-4239-839E-1E25C688BB60}" dt="2026-02-11T13:16:16.211" v="761"/>
          <ac:inkMkLst>
            <pc:docMk/>
            <pc:sldMk cId="2266474766" sldId="302"/>
            <ac:inkMk id="2" creationId="{81027508-FC35-FD65-D7A6-5C7528516EAE}"/>
          </ac:inkMkLst>
        </pc:inkChg>
      </pc:sldChg>
      <pc:sldChg chg="addSp modSp add mod">
        <pc:chgData name="Bård Inge Austigard Pettersen" userId="bebddd87-b0b6-46bf-b87e-7c2cbec16442" providerId="ADAL" clId="{9CA93B7F-B46C-4239-839E-1E25C688BB60}" dt="2026-02-11T13:16:16.211" v="761"/>
        <pc:sldMkLst>
          <pc:docMk/>
          <pc:sldMk cId="767135463" sldId="303"/>
        </pc:sldMkLst>
        <pc:spChg chg="mod">
          <ac:chgData name="Bård Inge Austigard Pettersen" userId="bebddd87-b0b6-46bf-b87e-7c2cbec16442" providerId="ADAL" clId="{9CA93B7F-B46C-4239-839E-1E25C688BB60}" dt="2026-02-11T11:18:34.580" v="754" actId="207"/>
          <ac:spMkLst>
            <pc:docMk/>
            <pc:sldMk cId="767135463" sldId="303"/>
            <ac:spMk id="4" creationId="{00000000-0000-0000-0000-000000000000}"/>
          </ac:spMkLst>
        </pc:spChg>
        <pc:inkChg chg="add">
          <ac:chgData name="Bård Inge Austigard Pettersen" userId="bebddd87-b0b6-46bf-b87e-7c2cbec16442" providerId="ADAL" clId="{9CA93B7F-B46C-4239-839E-1E25C688BB60}" dt="2026-02-11T13:16:16.211" v="761"/>
          <ac:inkMkLst>
            <pc:docMk/>
            <pc:sldMk cId="767135463" sldId="303"/>
            <ac:inkMk id="3" creationId="{EFC2A9D2-1DC6-730E-1AE3-E31CA5289F81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6-03-09T11:44:46.056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16698 4450 134 0,'0'0'394'16,"0"0"-120"-16,0 0 107 15,0 0-182-15,0 0-20 0,0 0 68 16,36-17-111-16,-30 12 7 0,-6 2 55 16,10-1-117-16,-3-2-13 0,-1 4 58 15,1-2-20-15,-4-1 13 0,0 2 61 16,0-2-42-16,0 2-10 0,-3 1-13 16,0 0 3-16,0 0-33 0,-3-1-25 15,-3 3 32-15,-10 0-92 0,-1 6-12 16,1 3-1-16,-6 2 13 15,-1 3-73-15,7 0 70 0,-7 5 3 16,1-2-54-16,6 6 53 0,-4 1 1 16,-2 4-44-16,5 4 43 0,1 1 1 15,7 3-35-15,-1 1 35 16,0 5 0-16,1-1 12 0,2 3-9 16,4-1-3-16,3 0 23 0,3-2-4 15,7-2-19-15,3-7-16 16,9-3 0-16,1-3 16 0,3-3-99 0,6-6 99 15,-6-3-44-15,13-5-135 16,-4-4 83-16,4-5-74 0,-4 0-569 16,-9-4-80-16,-3-3-463 0</inkml:trace>
  <inkml:trace contextRef="#ctx0" brushRef="#br0" timeOffset="1341.3">17038 4585 783 0,'0'0'260'0,"0"0"-74"0,0 0 42 15,0 0-173-15,0 0-13 0,0 0 4 16,0 0 13-16,0 0 19 0,0 0 185 16,22 46-72-16,-22-27-19 0,7 3 31 15,-4-1-93-15,0 3-10 0,0 1 22 16,1-2-52-16,-1 1-34 0,0-4-36 16,-3-2 29-16,3 1-29 0,0-7-50 15,1-1 47-15,-1-3-58 16,0-4-132-16,0-2 74 0,-3 2-7 15,4-2-113-15,-1-2 96 0,0 0 20 16,0-7-88-16,-3-5 22 0,0-2-107 16,0-6-154-16,-6 4 235 15,-4-4-16-15,0 4-79 0,1-1 236 16,-1 0 74-16,-3 0 45 0,10 3 17 0,-10-1 81 16,7 1 219-16,-4 3-258 15,7 2 46-15,-4 1 192 0,1 0-85 16,6 5-78-16,-3-3 111 15,-1 2-99-15,1-1-48 0,3-2 38 16,0 0-110-16,0 1-36 0,0-2-15 16,7-3 25-16,2-1 13 0,7-3 3 15,4-1 7-15,-1 5 6 0,0 0 67 16,1 4-29-16,-1 1-16 0,1 5 3 16,-7 1-13-16,3 3-86 0,-7 4-13 15,-2 2 13-15,3 2 0 0,-7 0 3 16,-3 0-3-16,0 1 0 15,0 1-18-15,0 1 18 0,-10 2 16 16,0 1-10-16,-3-1 36 0,-3 2-42 16,0-4-45-16,0 0 45 15,0-5-44-15,6-2-100 0,0-3 128 16,7 0-19-16,3-2-87 0,-3 0 78 16,3-1-37-16,3 0-89 0,7-1 70 15,6 0 97-15,3-1 3 0,4-1 26 16,-4 1-10-16,-2 1-10 15,-1 1 10-15,-3 1-15 0,0 3 32 16,-7 0 18-16,4-1-12 0,-4 6 3 16,1 0 2-16,-4 2 8 0,0 4 15 15,-3-3 68-15,-3 1-4 0,-7-1 5 16,4 2 13-16,-4 0-44 0,-6-1-20 16,0-2 38-16,3-1-70 0,-3 2-34 15,-4-4 31-15,4-1-50 16,-3-2-31-16,6-3 9 0,-3-3-19 15,3 0-236-15,3-4 122 0,4-7-119 16,-1-2-728-16,7-1-234 0</inkml:trace>
  <inkml:trace contextRef="#ctx0" brushRef="#br0" timeOffset="1992.45">17438 4715 1035 0,'0'0'237'0,"-3"52"17"0,3-27-78 0,0-2-17 15,0-3 0-15,-3 0-139 0,3-9-20 16,0-2-5-16,-4-4-17 0,4-4-4 16,0 0 23-16,-6-1 3 15,6 0 91-15,0-10 101 0,-10-3-173 16,4-8 36-16,3 2 26 0,-4-5-42 16,4-1-39-16,3 1-15 0,0-3 14 15,6-3-1-15,1 2-16 16,9-2 18-16,0 3 42 0,10 0 116 15,-3 3-35-15,-1 3 44 0,-2 6 131 16,-4 2-85-16,0 5-38 0,0 3-45 16,-3 1-11-16,-3 3-50 0,-7 1-59 15,7 0 40-15,-7 1-50 0,0 5-87 16,-3-1 72-16,6 6 15 0,-6 3-92 16,-6 2 80-16,-4-1 2 0,-6 2-40 15,0-3 50-15,0 1 0 0,-4-1-112 16,4-2 111-16,3-2-33 15,0-1-112-15,4-1 111 0,2-2-35 16,1 0-128-16,6-4 156 0,-3 3-2 16,3-1-69-16,0 3 81 15,3-1 32-15,3 3 0 0,-2-3 55 16,5 2 6-16,1 4 48 0,3 0-4 16,-3 1-35-16,6-3-57 0,-7 0 54 15,1-1-67-15,0 0 6 0,-1 0-18 16,1-3 12-16,0 3-128 15,0 1 77-15,-4-5-55 0,0 1-205 16,-2-2 27-16,-1 0-156 0,0 2-422 16,-3-3 282-16,0 3-18 0</inkml:trace>
  <inkml:trace contextRef="#ctx0" brushRef="#br0" timeOffset="2270.23">17648 4846 659 0,'0'0'335'0,"0"0"-41"16,32-44 41-16,-19 29-234 0,0-5-20 15,3-1 3-15,0-1-42 0,1-1 7 16,-1 1 58-16,-3-1-68 0,-4 5-23 16,-2-1-14-16,-1 5 2 15,1-2 12-15,-4 5 16 0,3 5 14 16,-6 0 61-16,4 3 64 0,-4 2-90 16,0 1-20-16,3 0 32 0,-3 0-93 15,0 8-7-15,3 4 7 0,-3 2 74 16,0 6 9-16,10 0 14 15,-7 2-8-15,0 3-12 0,7 1-23 16,-4 1 36-16,1 2-42 0,-1-1-36 16,1 2 25-16,-1-1-37 0,-2-2-85 15,2-4 37-15,0-3-67 0,-6-8-393 16,7-2-158-16,-7-6 81 0,0-3-406 16</inkml:trace>
  <inkml:trace contextRef="#ctx0" brushRef="#br0" timeOffset="2498.98">17651 4736 1299 0,'0'0'602'0,"0"0"-397"0,0 0-176 15,0 0 91-15,0 0 238 0,52 17-203 16,-29-15-55-16,6-1-33 0,0 0-54 15,3 0-13-15,0 0-247 16,7-1-109-16,-3 0-117 0,-4 0-810 16</inkml:trace>
  <inkml:trace contextRef="#ctx0" brushRef="#br0" timeOffset="2974.95">18423 4539 1357 0,'0'0'182'0,"0"0"7"15,0 0 113-15,0 0-133 0,0 0-11 16,0 0 43-16,0 0-179 0,0 0-9 16,0 0-13-16,0 0 71 15,-3 44 6-15,6-21 30 0,4 2 2 16,-1-1-13-16,-3 5 22 0,-3-2-15 16,10 1-81-16,-10-2-3 0,3-1-13 15,1-4-6-15,-1-1-83 16,-3-3 36-16,0-4-88 0,3-4-296 15,-3-1 30-15,0-6-20 0,0-2-259 16,-3-1 406-16,3-2-88 0</inkml:trace>
  <inkml:trace contextRef="#ctx0" brushRef="#br0" timeOffset="3208.3">18414 4467 1565 0,'0'0'436'0,"0"0"-271"0,0 0 88 16,38-3 56-16,-15 3-141 15,3 4-8-15,3 0-25 0,-7 5-72 16,1-4-63-16,0 4-12 0,-1-1-8 16,-6 2 8-16,4-4-184 0,-4 2 97 15,-3-1-33-15,-3-1-265 0,-4 0-37 16,-3-2-161-16,-3-2-719 15</inkml:trace>
  <inkml:trace contextRef="#ctx0" brushRef="#br0" timeOffset="3364.63">18417 4672 736 0,'0'0'423'16,"0"0"-123"-16,35 4-7 15,-12-4 87-15,-1 0-283 0,4 0-97 16,-3-1-20-16,0-1-184 0,-4 1-150 16,-3-1-692-16</inkml:trace>
  <inkml:trace contextRef="#ctx0" brushRef="#br0" timeOffset="3674.61">18698 4653 1239 0,'0'0'296'16,"0"0"-225"-16,-42 22 17 15,32-13 39-15,0 3 48 0,1-2 169 16,2 1-160-16,4 2-22 0,3 0 79 16,0 0-58-16,0-1-49 0,3-1-4 15,10 0-25-15,3-2-101 0,0-4 27 16,7 0-5-16,0-4-26 0,3-1 22 16,-1-4-6-16,-2-3-16 0,0-3 16 15,-4-3-4-15,-3 1 20 0,-6 1 9 16,-1-1 69-16,-9 1-62 15,4-3-36-15,-8-1 64 0,-5 0-76 16,-4 1-38-16,-3-3 16 0,-7 5 9 16,0 0-179-16,1 1 116 15,3 5-70-15,6 1-205 0,0 3 277 16,13 2 10-16,0 0-84 0,0 1-90 16,6 3-218-16,4 3-334 0,0-1 419 15,6-2-337-15</inkml:trace>
  <inkml:trace contextRef="#ctx0" brushRef="#br0" timeOffset="3888.35">19014 4764 209 0,'0'0'619'0,"0"38"-332"0,0-17 123 15,0-4-205-15,0-1-33 16,0-3 62-16,0 0-156 0,0-3-56 15,0-2-22-15,0-5-13 0,0 0 13 16,0-3 8-16,-3 0 40 0,0-5 50 16,-7-9-60-16,10-5-38 15,-6-4-100-15,-1-6-169 0,1 3 6 16,-1-5-147-16,4 8-639 0</inkml:trace>
  <inkml:trace contextRef="#ctx0" brushRef="#br0" timeOffset="4171.05">19037 4517 1095 0,'0'0'528'0,"0"0"292"15,42-31-481-15,-29 28-124 0,0 3 19 16,0 0-119-16,-10 3-29 0,10 3-13 16,-10 0 9-16,3 6-79 0,1 3 29 15,-4 3 3-15,0 0-35 0,-3-1 22 16,-3 0-22-16,0-1 0 0,-7 0-54 16,1-2 29-16,-1-1 19 0,-6 0-118 15,6-1 121-15,-3-1-67 0,-3 1-147 16,3-2 121-16,3 2-52 15,1-2-144-15,2 0 192 0,7 2 28 16,0-3-5-16,0-4 74 0,0 3 3 16,3-2 0-16,4 1 58 15,3 4 23-15,2 3 141 0,5 1-48 16,-4-4-14-16,3-1-16 0,-3-3-93 16,3 1-51-16,0-3-109 0,0 2-79 15,3-4-205-15,-2-1-1074 0</inkml:trace>
  <inkml:trace contextRef="#ctx0" brushRef="#br0" timeOffset="5703.46">19059 4553 395 0,'0'0'26'0,"0"0"-17"15,0 0-9-15,0 0 27 0,0 0 12 16,0 0 13-16,0 0 3 0,0 0 37 16,0 0 97-16,30 41-69 15,-27-29 4-15,3 3 23 0,-3 4-73 16,1-4-12-16,-4 0 13 0,0-4-52 16,0 2 0-16,0-5-19 0,0 2-4 15,0-1 0-15,0-2-21 0,0-3-66 16,0-3-207-16</inkml:trace>
  <inkml:trace contextRef="#ctx0" brushRef="#br0" timeOffset="6826.52">19815 4571 931 0,'0'0'434'0,"0"0"-207"16,0 0 134-16,0 0-147 0,0 0 6 15,0 0 39-15,0 0-150 0,0 0-35 16,-32 0-22-16,26 6 6 0,-1 4-10 16,1 8 19-16,-1-1 13 15,7 6-10-15,0 4 49 0,0-3 33 16,3-1-54-16,4 0-63 0,-1-4 29 16,4-2-64-16,3-4 6 0,-7-3-6 15,11-1 0-15,-5-7-14 0,1 0 14 16,-3-2 0-16,3-5 19 15,-3-3 70-15,3-2 33 0,-10-3-43 16,6 0 16-16,-2-3-95 0,-7-1 28 16,0-4-44-16,0-1 16 0,-7 3-157 15,-2-4 155-15,-4 3-68 0,0 2-195 16,0 2 199-16,-3 4-23 0,6 5-87 16,4-1 173-16,3 5-13 0,-1 2-26 15,4 1 40-15,0 0-38 0,7 0-293 16,9 0-113-16,3 0 51 15,7 0-490-15,-3 0 149 0</inkml:trace>
  <inkml:trace contextRef="#ctx0" brushRef="#br0" timeOffset="7158.87">20161 4528 1149 0,'0'0'241'0,"0"0"-46"0,0 0-42 15,0 0 97-15,0 0 16 16,0 0-218-16,-42 16-6 0,23-7 62 15,-1 1 9-15,1 1 29 0,6-1 15 16,0 0-60-16,0 0-30 0,7-2-32 16,-1 0 23-16,7 0-58 0,0-3-51 15,0 0 49-15,3 1-40 0,7 2-23 16,9 3 65-16,1-4 0 0,6-1-53 16,-7 1 52-16,4-3 1 0,-4 5-30 15,-3-4 29-15,-6 1 1 16,-1-2-22-16,-5 2 22 0,-1-3 0 15,0 1 1-15,-3 3 5 0,0 2 17 16,-13 0-17-16,-3 1 16 0,0 0-22 16,-7-3-71-16,4-3 51 0,0 2-12 15,2-3-81-15,1-2 19 16,0 1-84-16,6-2-214 0,7 0 139 16,0 0-53-16,6-3-270 0,0 0 54 15</inkml:trace>
  <inkml:trace contextRef="#ctx0" brushRef="#br0" timeOffset="7518.11">20377 4550 225 0,'0'0'1337'16,"0"0"-1285"-16,0 0-39 0,-45 4 78 15,29 4-6-15,3-2-11 16,7 3 4-16,-1-1-62 0,4 2-16 15,0 0-2-15,3-5-37 0,6 4 13 16,4-1-4-16,3 3 27 0,6 0 2 16,-3 1 1-16,0-2 1 0,7 0 2 15,-7 2 36-15,0-1 23 16,0 2 9-16,-6 0 23 0,0-3-35 16,-1 3-30-16,-5-3 13 0,-4-3 19 15,0 1 40-15,0 1 108 16,-10-1-76-16,0 0-27 0,-9 4 48 0,0-3-49 15,-1-1-44-15,-2-2-45 16,-1 1 29-16,-3-3-45 0,0 1-58 16,4-2 4-16,2-1-116 0,4-2-555 15,6 0-337-15,4 0-64 0</inkml:trace>
  <inkml:trace contextRef="#ctx0" brushRef="#br0" timeOffset="7932.34">20771 4736 1018 0,'0'0'264'0,"0"0"26"0,39-9 165 0,-23 5-167 0,4 1 22 0,2 1 112 0,4 1-195 16,0 0-65-16,0 1-105 0,0 1-44 16,3 1-13-16,-4 0-306 0,-2 0 15 15,-7-2-732-15</inkml:trace>
  <inkml:trace contextRef="#ctx0" brushRef="#br0" timeOffset="15529.13">21808 4542 426 0,'0'0'111'0,"0"0"189"0,0 0 52 16,0 0-206-16,0 0 1 0,0 0 51 16,0 0-117-16,0 0 4 0,0-22 110 15,0 19-75-15,0 0-20 0,0-1 39 16,0 1-61-16,3 0-10 0,-3 1 12 16,0-2-15-16,0 3-7 0,0-1 38 15,4 1-9-15,-4 1-36 16,0 0-51-16,0 0-22 0,3 1-23 15,-3 2-13-15,0 4 58 0,0 4 0 16,0 4 3-16,0 5 33 0,0 3-17 16,-3-2-16-16,-1 1 39 15,1 1-42-15,0 2 19 0,0-4-19 16,3 1 0-16,0-2-18 0,0-5 18 16,0-1 0-16,3-4-25 0,0-2 23 15,0-3 2-15,4 1-32 0,-1-2 31 16,4-1 1-16,6 0 0 15,3-2 0-15,4-1 26 0,-4-2-13 16,1-2 35-16,-4 3-16 0,0-2-29 16,0 3 26-16,-6-2-29 0,3 1-4 15,-7-3 2-15,1 3 2 0,-1 1-87 16,-6-1 13-16,4 1-93 0,-1-2-480 16,-3 1-55-16,0-4-291 0</inkml:trace>
  <inkml:trace contextRef="#ctx0" brushRef="#br0" timeOffset="15763.84">21760 4641 1553 0,'0'0'429'0,"0"0"86"0,0 0-279 16,0 0-66-16,0 0 7 0,0 0-72 15,0 0-35-15,0 0-47 16,32-13 34-16,-19 13-57 0,3 0-6 16,-3 0 6-16,3 0 0 0,-3 1-93 15,0-1 29-15,0 0-102 0,-3-1-466 16,-1-1-75-16,-9-1-78 0</inkml:trace>
  <inkml:trace contextRef="#ctx0" brushRef="#br0" timeOffset="15996.52">21886 4457 1331 0,'0'0'277'0,"0"0"-99"0,0 0-100 15,0 0 29-15,0 0 72 16,45 7-140-16,-32-4-18 0,3-3-21 16,-3 1-3-16,3 0-97 0,0-1-488 15,-6-1-119-15,0-3-105 0</inkml:trace>
  <inkml:trace contextRef="#ctx0" brushRef="#br0" timeOffset="16492.49">22196 4540 342 0,'0'0'258'0,"-16"38"-36"0,6-16-112 15,0-2-28-15,0 1 42 0,1-1-46 16,-1-5-16-16,4-3-23 0,-1 0-39 15,4-5-3-15,3-3-102 16,0-2-31-16,-3-2-86 0,3 2-469 16</inkml:trace>
  <inkml:trace contextRef="#ctx0" brushRef="#br0" timeOffset="16731.33">22196 4491 745 0,'0'0'335'0,"0"0"-175"16,0 0 120-16,0 0-105 16,29 33 1-16,-16-14 119 0,0 1-165 15,0 1-46-15,-4-5-19 0,4 0-40 16,-3-4-9-16,0 1-16 0,-4-4 13 16,0-5-13-16,-2 1 1 0,-1-3-1 15,-3-1 20-15,3 0 42 0,0-1 19 16,-3 0 22-16,0-5 106 0,0-4-97 15,-3-6-112-15,-3-2-45 16,-1-2-25-16,1 4-107 0,-1-2-476 16,1 2 108-16,3 5-61 0</inkml:trace>
  <inkml:trace contextRef="#ctx0" brushRef="#br0" timeOffset="17137.05">22393 4550 610 0,'0'0'244'0,"3"34"-25"16,-3-17 194-16,0 1-188 0,0 0-47 16,0-2 66-16,0-2-183 15,0 0-58-15,0-5 6 0,0-1-9 16,0-5-23-16,0-2-9 0,0 1 3 16,0-2 29-16,-3 0 55 0,-1-6-55 15,-2-5-43-15,0-3-45 0,-1-5 23 16,4 1-29-16,3 1-146 15,0 2-14-15,6-3 78 0,1 4-39 16,6-3 134-16,0 4 81 0,0 2 29 16,3 4 114-16,-3 1 141 0,3 3 285 15,-3 2-245-15,3 1-82 0,-6 2-26 16,-1 3-119-16,1 4-20 0,-4 2 3 16,1 1 4-16,-4 5-1 15,0-2 48-15,-3 4 6 0,0-4-23 0,-3 5-19 16,0-5 19-16,-4 3-38 15,-2-4-61-15,-1 0 86 0,-3-2-57 16,0 1-22-16,-3 0 22 0,3-4-44 16,0-1-116-16,3-4 103 15,1 1-75-15,6-5-285 0,-1 0 99 16,1 0-182-16,0-3-1124 0</inkml:trace>
  <inkml:trace contextRef="#ctx0" brushRef="#br0" timeOffset="17562.21">22638 4724 430 0,'0'0'1084'0,"0"0"-752"0,0 0 90 0,0 0-206 0,0 0-3 15,0 0 144-15,0 0-117 0,0 0-103 16,0 0-131-16,36-48 23 0,-20 27-29 16,-3 2-54-16,0 0 54 15,-4-1 0-15,1 3-82 0,-3-1 47 16,-1 4-45-16,0 0-106 0,-6 5 154 16,4 1 13-16,-1 5-13 0,-3 2 32 15,0-2 0-15,0 3 0 0,3 0-19 16,-3 3-20-16,0 3 30 0,0 4 9 15,3 5 19-15,-3 4 23 16,4 1 38-16,-1 1-10 0,0-5 17 16,4 5-4-16,-1-1-23 0,0 0-56 15,1-1 22-15,3-1-26 0,-4-2-99 16,4-3 58-16,-4-3-97 0,-3-3-286 16,4-4-81-16,-7-1-151 0,3-1-703 15</inkml:trace>
  <inkml:trace contextRef="#ctx0" brushRef="#br0" timeOffset="17748.97">22616 4578 1626 0,'0'0'620'0,"0"0"-500"15,0 0 19-15,0 0 219 0,35 15-137 16,-16-12-84-16,4-1-79 0,0 0-8 15,-1-2-50-15,4 1-211 16,3-1 6-16,0 0-224 0,-9 0-1360 16</inkml:trace>
  <inkml:trace contextRef="#ctx0" brushRef="#br0" timeOffset="18513.54">23210 4493 766 0,'0'0'248'0,"0"0"9"16,0 0 238-16,0 0-239 0,42 36 0 15,-32-16 87-15,-4-3-156 0,-3 2-7 16,-3 2 77-16,3-2-85 0,-3-1-45 16,4 1-48-16,-4-5-3 15,3-3-76-15,-3 0-3 0,0-5 3 16,0-2 0-16,0-3-36 0,0 0 36 16,0 0 0-16,-3-1-24 0,-1-2-8 15,-2-7-3-15,-7-4-216 0,3-4 152 16,1-3-32-16,2-1-203 0,4 1 89 15,3-1-36-15,0 3-138 16,13-2 283-16,0 1-14 0,3 6 33 16,3 1 117-16,-2 3 62 0,2 4 315 15,-3 0-101-15,0 4-40 0,-3 1 55 16,-3 3-159-16,-4 1-52 0,-2 0-28 16,-1 4-14-16,-3 3-15 0,0 1-17 15,-3 4 29-15,-7 0-31 16,3-4 15-16,-2-4-13 0,5-3-6 15,-2-1 16-15,0 1-12 0,2-1-4 16,1 2-61-16,0-2 61 0,3-1-32 16,0 2-87-16,3-3 96 0,7 0 1 15,6 0-14-15,3 2 36 16,1-2 0-16,-4 1 1 0,-3 0 54 16,-4 2 22-16,-2-2 10 0,-4 2 3 15,4 1-14-15,-4 3-8 0,0 0 72 16,0-1-3-16,-3 2-8 0,0 1-18 15,-6 0-54-15,-4 2-48 16,-3-3 86-16,4-1-95 0,-4-3 22 16,3 1-41-16,0-4 19 0,4 1-202 15,3-4 98-15,-4 0-90 0,7-2-337 16,-3-4 12-16,3 0-279 0</inkml:trace>
  <inkml:trace contextRef="#ctx0" brushRef="#br0" timeOffset="18785.29">23594 4566 315 0,'0'0'796'0,"0"0"-507"0,0 0 11 15,0 0 119-15,0 0-134 16,7 34-63-16,-11-16 81 0,1 4-117 16,0-1-42-16,0-3 9 0,3 1-20 15,0 0-38-15,0-3-70 0,6-2 32 16,1 3-57-16,-1-5 10 0,4 1-10 15,0-3 0-15,2-3-57 16,1-2 28-16,0-1 26 0,-3-3-174 16,-4-1 148-16,1 0-38 0,-1-1-182 15,1-4 70-15,-1-4-159 0,-2-3-615 16,-4-1-176-16</inkml:trace>
  <inkml:trace contextRef="#ctx0" brushRef="#br0" timeOffset="18969.49">23604 4626 1578 0,'0'0'526'15,"0"0"-228"-15,0 0 154 0,0 0-205 16,0 0-42-16,45 6 14 0,-29-7-89 16,-6-1-130-16,0 0-29 0,-4-2 13 15,-3 1-107-15,1 0-209 0,-1-3 111 16,0 1-104-16,-3-3-579 0,0 4 227 15,-3-6-304-15</inkml:trace>
  <inkml:trace contextRef="#ctx0" brushRef="#br0" timeOffset="19235.99">23636 4531 401 0,'0'0'668'16,"0"0"-332"-16,36-2-63 0,-23 1 117 15,6-2-218-15,-3-1-53 16,4 2-2-16,-4 2-43 0,-3 0 23 15,-4 6 19-15,1 0-55 0,-4 3-22 16,1 3 18-16,-4 2 33 0,0 3 0 16,1-2 54-16,-4 4-10 0,0-2-58 15,0 2-76-15,0-1 45 16,0-2-45-16,0-1-56 0,0-2 44 16,-4-3-65-16,4-3-165 0,0-5 136 15,0 0-22-15,0-2-78 0,4-1 128 16,-1-5-16-16,0-11-184 0,0 1 25 15,1-4 0-15,2-3-242 16,-3 10 7-16,0-4-99 0</inkml:trace>
  <inkml:trace contextRef="#ctx0" brushRef="#br0" timeOffset="19394.25">23882 4583 278 0,'0'0'440'0,"0"0"10"0,42-2 214 16,-29 8-346-16,-4 3-17 0,-2 4-46 16,2 1-123-16,-2 5 9 0,-4 1 80 15,0-1-74-15,-3 0-14 16,0 0 16-16,0-2-3 0,-3 0-58 15,-3-4-44-15,-1-2 78 0,1-1-100 16,-1-1 17-16,-6-2-5 0,4-1-34 16,-1 0-117-16,0-3 70 0,1-3-107 15,2-2-426-15,-3-5-21 0,7-1-640 16</inkml:trace>
  <inkml:trace contextRef="#ctx0" brushRef="#br0" timeOffset="19886.61">24037 4626 718 0,'0'0'440'0,"3"39"-78"0,0-17 174 15,-3-2-258-15,0-3-54 16,7 1 49-16,-4-4-118 0,3-2-66 15,-2-2-57-15,-1-3 7 0,0-3-39 16,0-3-3-16,0 0 3 0,1-1 0 16,-1-1 16-16,0-5 12 0,-3-6-18 15,3-5 12-15,-3-5 4 16,0-2-26-16,-3-1-51 0,0-1 16 16,0 1-84-16,3 1-122 0,6 2 240 15,1 5 1-15,6 0 45 0,-1 4 77 16,1 3 3-16,0 5 93 0,3 1 45 15,-6 4-16-15,3 3 42 16,-3 1-123-16,-7 0-166 0,3 6 56 16,-2 0-22-16,-1 2-31 0,-3 7 46 15,0-5-15-15,-3 1-34 0,-1 1-83 16,-2-2 49-16,0 2 34 0,-1-1-218 16,1-1 199-16,-1 0-57 0,1-2-141 15,2 2 179-15,1-3-41 16,3 0-88-16,0-3 164 0,3 1-28 15,1-5-87-15,2 3 105 0,1-3-12 16,-1 3 12-16,7-3 13 0,-3-1 0 16,3-1-87-16,-4-2 1 15,1 0-113-15,-4-2-501 0,1-3 255 0,-1-5-118 16,1 3-646-16</inkml:trace>
  <inkml:trace contextRef="#ctx0" brushRef="#br0" timeOffset="20165.38">24279 4605 358 0,'0'0'700'0,"0"0"-140"15,0 0-335-15,0 0 76 0,0 0 152 16,-6 47-292-16,6-27-35 0,0-2 47 16,0 2-32-16,0-2-36 15,0-2-31-15,0-1 11 0,0 1-85 16,3-3 26-16,0-3-26 0,3-2 0 15,-2-3-46-15,2 0 46 0,1 0 0 16,6-2-41-16,3-1 38 0,-3-2 3 16,-1-2-115-16,-2-4 90 0,0-1-68 15,-4 2-286-15,1-2-63 16,-4-2-138-16,0-5-488 0,0 4 402 16</inkml:trace>
  <inkml:trace contextRef="#ctx0" brushRef="#br0" timeOffset="20315.5">24340 4708 934 0,'0'0'384'0,"0"0"234"15,0 0-388-15,33 3-58 0,-20-3-53 16,-1-1-115-16,-5-2-4 0,-4-2-90 16,4 0-39-16,-4-5-76 0,-3-1-324 15,0-3 79-15,0 2-94 16</inkml:trace>
  <inkml:trace contextRef="#ctx0" brushRef="#br0" timeOffset="20437.16">24295 4524 1449 0,'0'0'387'16,"0"0"-111"-16,0 0 93 0,0 0-137 16,0 0-39-16,0 0-39 0,32 0-102 15,-19 1-52-15,0 1-119 0,3-2-35 16,-3 0-256-16,-3 0-1110 15</inkml:trace>
  <inkml:trace contextRef="#ctx0" brushRef="#br0" timeOffset="20979.26">24915 4547 730 0,'0'0'597'0,"0"0"-87"0,0 0-315 0,0 0-81 16,0 0-56-16,0 0 0 15,0 0 65-15,0 34 123 0,3-15-76 16,1 2-3-16,-1 1 60 0,-3 0-109 16,3-2-32-16,0 1-61 0,1-4 1 15,-1 1-26-15,3-3-185 0,-2-5 32 16,-1-3-101-16,-3-4-356 15,0-1 97-15,0-1-43 0,0 0-611 16</inkml:trace>
  <inkml:trace contextRef="#ctx0" brushRef="#br0" timeOffset="21165.27">24902 4524 1509 0,'0'0'663'0,"46"-28"-182"0,-24 17-108 15,4-1 119-15,-3 5-205 0,-4 1-48 16,-3 2-76-16,-6 1-132 0,-4 3-31 16,-2 0-241-16,-1 0 209 0,0 3-52 15,0 1-153-15,-3 6 98 16,-9 4-125-16,-4 3-456 0,-4-1-77 16,8-6-214-16</inkml:trace>
  <inkml:trace contextRef="#ctx0" brushRef="#br0" timeOffset="21895.67">24938 4656 151 0,'0'0'489'16,"0"0"-231"-16,32 10-14 0,-12-10 166 15,-1-3-192-15,0-4-26 0,-3 3 168 16,1 0-147-16,-4 0-10 0,-4 2-36 16,-6 2-64-16,1 0-20 0,-1 0 1 15,0 0 34-15,0 0 25 16,-3 3-83-16,0 5 16 0,0 4-25 15,-6 4-19-15,-1 4 59 0,1-1-91 16,3 0 32-16,3-4-4 0,0-3-28 16,6-2-16-16,-3-1 16 0,4-4 0 15,3-4-31-15,-1-1 31 0,4-2 0 16,0-8 2-16,3-2 23 16,0-4 0-16,-6-1-9 0,0-1 53 15,-7-1-28-15,0-2-31 0,-3-1 62 16,-6 0-72-16,-4-1-199 0,4 1 57 15,-4 3-86-15,7 3-213 16,-1 6 248-16,4 3 36 0,0 3-118 16,4 3 126-16,-1 1-32 0,3 0-112 15,4 5 157-15,0 3-43 0,-1 4 39 16,4 4 91-16,-3-2 36 0,0 1 13 16,-4 2 65-16,1 0 62 0,-4 1 153 15,3 2-186-15,-6-5-13 0,4 4 82 16,-4-6-66-16,0 0-3 15,0-3-23-15,0-3-70 0,0-1-1 16,0-4-60-16,0 0-60 0,-4 0-49 16,4-2-253-16,0-2 259 0,0-8 26 15,-3-5-84-15,3-3 178 16,-3-4 11-16,0-1-151 0,3-1-74 16,6 0-73-16,7 5 150 0,3 0 180 15,4 4 324-15,-1-1 589 0,4 9-360 16,-4 0 56-16,0 6 103 0,1 1-435 15,-7 1-83-15,-4 2-39 16,-2 2-10-16,-1 0-86 0,-3 4-30 16,-3 2 2-16,0 0-31 0,-6 1-62 15,-4-2 31-15,-3-1 22 0,1-1-206 16,-1 1 168-16,0 0-39 0,-3 1-142 16,6 0 135-16,-3-1-35 0,6 2-122 15,1 1 192-15,3 1 10 16,3-1-52-16,0 3 100 0,0-4 2 15,6 1 124-15,1-1 25 0,-1-1-13 16,4 0 9-16,0-4 12 0,-1 2-121 16,4-5-38-16,0 1-3 0,0-2-175 15,3-2-516-15,-6 0-104 16,3-3-391-16</inkml:trace>
  <inkml:trace contextRef="#ctx0" brushRef="#br0" timeOffset="22487.05">25955 4537 1343 0,'0'0'364'0,"0"0"-62"0,0 0 100 0,0 0-228 0,0 0-48 16,0 0-71-16,7 34 6 0,-17-16 7 16,-3 4 44-16,-3 1 10 15,0-1-20-15,0 0-6 0,0 1 6 16,3-3-80-16,0-1 3 0,3-2-37 16,4-4 12-16,-4-4-121 0,7 0 92 15,-1-6-60-15,4-1-119 0,0 0 137 16,0-2 4-16,0 0-23 15,0-6 64-15,7-7-155 0,-1-5-395 16,4-2 160-16,0-1-17 0,-4 5-669 16</inkml:trace>
  <inkml:trace contextRef="#ctx0" brushRef="#br0" timeOffset="22641.04">25997 4578 222 0,'0'0'945'0,"0"0"-639"0,23 34 49 16,-17-13-15-16,-2 0-123 0,-1 1-33 15,3 1-3-15,-3-1-123 0,-3-1-39 16,4 0-17-16,-1-6-4 16,0 2-28-16,0-3-241 0,-3-5-65 0,0-3-93 15,-3-4-547-15,0-1 223 16</inkml:trace>
  <inkml:trace contextRef="#ctx0" brushRef="#br0" timeOffset="22841.86">25871 4676 1785 0,'0'0'419'0,"36"5"-54"0,-17-2 15 16,1-1-184-16,-4-1-68 0,3 1-39 16,-3-1-29-16,0-1-60 0,4 0-71 15,-7 0 17-15,3-3-77 16,-3-1-244-16,0-3 59 0,3-2-138 15,-10 4-799-15,4-5 485 0</inkml:trace>
  <inkml:trace contextRef="#ctx0" brushRef="#br0" timeOffset="23012.2">26217 4543 1072 0,'0'0'410'0,"0"0"181"15,6 40-193-15,-2-18-69 0,-1-1 91 16,-3 1-241-16,0 1-141 0,3-1-6 16,-3-3-64-16,3 2 32 0,1-1-265 15,-4-4 57-15,0 1-117 0,-4-6-800 16,1-5-19-16</inkml:trace>
  <inkml:trace contextRef="#ctx0" brushRef="#br0" timeOffset="23211.44">26159 4789 1718 0,'0'0'419'16,"0"0"-76"-16,45 1 105 0,-26-1-227 16,1 1-58-16,-1 1-77 0,-3 0-38 15,0 0-48-15,-3-2-163 0,0 0 23 16,0 0-91-16,-3-4-505 15,-7 2 31-15,4-3-333 0</inkml:trace>
  <inkml:trace contextRef="#ctx0" brushRef="#br0" timeOffset="23456.87">26162 4516 2022 0,'0'0'441'0,"0"0"-190"16,0 0 16-16,0 0-100 0,0 0-49 15,0 0-10-15,0 0 67 16,0 0-20-16,45 1-29 0,-25-1-9 16,2 0-117-16,1 0-51 0,-10 0 26 15,3-3-110-15,0-2-364 0,-3 0 67 16,-3-2-266-16,-4 2-1093 15</inkml:trace>
  <inkml:trace contextRef="#ctx0" brushRef="#br0" timeOffset="23737.07">26333 4331 1114 0,'0'0'576'0,"0"0"-391"16,0 0 20-16,0 0 209 0,0 0-201 16,32 42-10-16,-19-16 47 0,0 3-72 15,3 4-22-15,1 4-7 0,-4 7-41 16,3 3-61-16,0 5-38 15,0 0 76-15,-3-2-85 0,0-2-41 16,-3-2 16-16,-4-1 0 0,-3-4-256 16,-3-3 68-16,-3-1-216 0,0-10-1446 15</inkml:trace>
  <inkml:trace contextRef="#ctx0" brushRef="#br0" timeOffset="48221.19">20787 5365 61 0,'0'0'290'0,"0"0"134"16,0 0-261-16,0 0 0 0,0 0 91 15,0 0-88-15,0 0 0 0,0 0 120 16,0 0-105-16,0-8-6 0,0 7 126 16,0 0-131-16,0 1 10 15,0-1 64-15,0 1-50 0,0-1-48 16,-3 0-26-16,3 0-6 0,0-1-80 15,0 2-12-15,0 0 26 0,0 0-48 16,0 0 34-16,0 0-22 16,0 0-12-16,0 0-136 0,0 0 136 15,3 0-18-15,10 0 18 0,4 0 41 16,5 0 15-16,4 0-49 0,0-2 105 16,3 0-99-16,0 0 38 15,3-3-42-15,-3 3-9 0,0 0-229 16,-6 0 81-16,0 2-143 0,-10 0-591 15,-1 0-231-15,-5 0-264 0</inkml:trace>
  <inkml:trace contextRef="#ctx0" brushRef="#br0" timeOffset="49751.13">21779 5198 686 0,'0'0'410'0,"0"0"206"15,0 0-321-15,0 0-74 0,0 0 41 16,0 0-162-16,0 0-100 0,0 0-16 16,0 0 14-16,0 0-1 15,-3 41 3-15,3-18 0 0,-3 0 1 16,3 0-1-16,0-3 3 0,0-1-3 15,3-2-64-15,0-5 6 0,0-4-3 16,1-1-72-16,-4-1 58 16,3-3 14-16,0 0-7 0,3-1 29 15,-2 0 39-15,2-2 42 0,4-4 49 16,-1-7 51-16,8-2 114 16,-1-7-124-16,0 3-16 0,0-3 3 15,0 1-29-15,-3 1-65 0,3-1-9 16,-3 2-32-16,-3 0 13 0,0 4-205 15,-1-1 47-15,-5 4-13 0,-1 4-124 16,0 3 0-16,-3 2-66 0,0 1-392 16,-3 0-9-16</inkml:trace>
  <inkml:trace contextRef="#ctx0" brushRef="#br0" timeOffset="49921.23">21899 5347 835 0,'0'0'332'15,"0"0"257"-15,0 0-342 0,0 0-62 16,19 33 12-16,-13-27-142 16,1-1-26-16,-1 0-24 0,1-1-5 15,-1-3-29-15,1 1-140 0,2-2 4 16,1 0-36-16,3-4-352 16,-3-4 165-16,-1 1-238 0</inkml:trace>
  <inkml:trace contextRef="#ctx0" brushRef="#br0" timeOffset="50122.12">22180 5232 977 0,'0'0'404'0,"0"0"51"16,0 0-280-16,0 0 27 0,0 0 257 16,0 0-244-16,0 0-135 15,0 0-51-15,-33 43 3 0,17-27-32 16,0 3-33-16,3-5 30 0,0 0-16 15,0 0-135-15,7-6 47 0,-1 0-31 16,4-4-186-16,3-1 68 16,0-1-39-16,0-1-314 0,0 0 211 15,7-2-12-15</inkml:trace>
  <inkml:trace contextRef="#ctx0" brushRef="#br0" timeOffset="50338.57">22212 5237 195 0,'0'0'313'0,"0"0"6"15,29-31-182-15,-26 30 49 0,-3 0 370 16,3 1-234-16,-3 0-66 0,4 4 22 16,-4 3-168-16,3 5-40 0,0 6-18 15,0 0-17-15,-3 2-35 0,4-2 4 16,-1-2-2-16,0 1-2 0,-3-4-52 16,3-1 36-16,0 1-29 15,1-5-181-15,-4-1 29 0,3-4-56 16,-3-1-273-16,0 2 184 0,0-3-49 15</inkml:trace>
  <inkml:trace contextRef="#ctx0" brushRef="#br0" timeOffset="50512.76">22102 5318 1093 0,'0'0'248'0,"0"0"12"0,0 0 185 15,48-7-228-15,-31 5-71 0,-4 0-23 16,6-1-88-16,0 0-35 0,-3 1-13 16,4 1 11-16,-4 1-24 0,3 0-148 15,-2 0-95-15,2 0-92 0,-3-1-501 16,-3 0 210-16</inkml:trace>
  <inkml:trace contextRef="#ctx0" brushRef="#br0" timeOffset="50715.65">22480 5221 280 0,'0'0'538'0,"0"0"182"0,0 0-346 15,0 0-82-15,0 0 31 0,0 0-190 16,0 0-4-16,0 0-75 16,0 0 1-16,0 0-7 0,-13 41-22 15,3-22 22-15,4 1-48 0,-4-1-22 16,0-1 21-16,4-2-68 0,0-2-160 15,2-5-6-15,-2-4-118 0,6 1-307 16,0-4 345-16,-3-1-50 0</inkml:trace>
  <inkml:trace contextRef="#ctx0" brushRef="#br0" timeOffset="50989.06">22545 5262 574 0,'0'0'466'15,"0"0"270"-15,29 36-448 0,-20-21-70 16,1-2 47-16,0 1-133 16,-1-5-26-16,4 0 7 0,-3-1-30 15,0-4-25-15,-1-4 13 0,1 0 47 16,-4 0 38-16,-2 0 149 16,2-2-66-16,-3-2-38 0,1-5-26 15,-1-1-2-15,0-5-86 0,-3-1-66 16,0 0 44-16,0 1-65 0,-3-1-247 15,0 0 110-15,-1-2-138 0,1 4-504 16,3-2 88-16,0 7-498 0</inkml:trace>
  <inkml:trace contextRef="#ctx0" brushRef="#br0" timeOffset="52030.41">23171 5247 1056 0,'0'0'749'0,"0"0"-246"0,0 0-232 0,0 0-45 16,0 0-14-16,0 0-107 16,-35-12-31-16,25 12-65 0,0 4 30 15,1 1-39-15,-1 2 13 0,3 2 34 16,-2 6-2-16,2 2-35 16,1 3 72-16,3-2-24 0,3-1-8 15,0 0 52-15,6-3-102 0,0-2 31 16,4-1-32-16,0-2 1 0,6-5-38 15,0-3 38-15,0-1 38 0,4-4 3 16,-4-4 66-16,0-4-44 0,0 0-41 16,-3-2 79-16,-3-4-76 0,-4 1-2 15,-6 0 42-15,0-1-65 0,0 0 25 16,-10-1-68-16,-2 4 27 16,-1-2-252-16,-3 4 193 0,-1 0-49 15,8 7-114-15,5 0 184 0,1 4 3 16,3 2-67-16,3-1 25 0,4 1-238 15,6 0-429-15,3 0 569 0,7 1 51 16,-4 1-101-16,-3 0 144 16,3 1 51-16,-6 0 46 0,0 0 36 15,0-1 97-15,-10 3 209 0,4-2-118 16,-4 1-17-16,4 1 17 0,-4 1-144 16,0 4-21-16,-3 6-8 15,0-3 4-15,0 3-13 0,-3 1 35 16,0-3-3-16,3 0-35 0,-4 2-36 15,4-2 35-15,0 0-25 0,4-3-6 16,2-1 28-16,-3 0-16 0,10-4-16 16,-3 1 49-16,3-3-1 0,3 0-19 15,-3-4 41-15,3 1-28 0,0-3-39 16,-3-3 36-16,0 1-42 16,-3-2-22-16,-4 2 21 0,-3 0 1 15,1-1 0-15,-1 2 3 0,-3 0 22 16,0-1-24-16,0 2-1 0,-7 0-95 15,1 1-126-15,0 1 198 16,-1 0 7-16,1 0 16 0,-1 0 29 16,7 0-29-16,-3 2 0 0,3-2-13 15,0 1-35-15,3-1-49 0,7-1 95 16,3-3-25-16,0-1-150 16,0 1 161-16,-1-2 13 0,-2 5 3 15,-3 0 0-15,-4 0 26 0,0 1 93 16,4 0 26-16,-4 0 6 0,0 1 66 15,0 1-39-15,0 5-32 0,-3-1-63 16,0 4-1-16,0 4-82 0,0-1-70 16,-3-2 32-16,3-3-47 0,0-3-217 15,0-1 133-15,0 0-37 0,0-2-238 16,3 0 55-16,1-2-170 16,-4 0-490-16</inkml:trace>
  <inkml:trace contextRef="#ctx0" brushRef="#br0" timeOffset="52327.96">23678 5271 524 0,'0'0'525'0,"0"0"230"0,0 0-437 15,0 0-56-15,16-32 141 0,-16 27-181 16,0 3-49-16,0 1-7 16,0 1-48-16,-3 0-118 0,0 0-86 15,-4 6 57-15,4 3-19 0,-6 7-89 16,5 0 73-16,1 0-29 0,3 0-167 15,0-4 137-15,3 1-12 0,1-1-88 16,2-3 122-16,-3-1 33 0,4-3 29 16,-1 1 39-16,4 0 78 0,3 4 288 15,0 2-144-15,-4-4-83 0,-5-3-43 16,-1 0-35-16,-3-3-29 16,0 2-22-16,0 0 76 0,0 0-19 15,-3-1-64-15,-4 0-3 0,1 0-56 16,-1-2-207-16,1-1 38 0,-1-3-186 15,4-1-993-15</inkml:trace>
  <inkml:trace contextRef="#ctx0" brushRef="#br0" timeOffset="52673.36">23811 5388 881 0,'0'0'346'0,"0"0"204"16,0 0-281-16,0 0 3 0,0 0 190 15,0 0-228-15,0 0-6 0,0 0-37 16,0 0-105-16,0 0-86 0,35-30 28 16,-28 16-28-16,2-1 0 0,-5 0 10 15,2 2-10-15,-3 0 0 0,4 3-10 16,-4 1-15-16,0 4 18 0,0 1-82 16,1 0 89-16,2 1 0 15,1 1 1-15,-1 2 3 0,0 0 56 16,1 4 19-16,-1 3 48 0,1 5-58 15,3 4-59-15,-4 3 87 16,0 0-97-16,-2 0 26 0,-1-1-30 16,0-3 4-16,0 2-160 0,-3-2 131 15,4 0-43-15,-4 0-163 16,0-4 139-16,0-3-47 0,-4-1-239 16,4-3 150-16,-6-1-121 0,3-1-713 15,-1-1-26-15</inkml:trace>
  <inkml:trace contextRef="#ctx0" brushRef="#br0" timeOffset="52858.73">23804 5356 313 0,'0'0'1328'16,"0"0"-1237"-16,0 0 107 0,0 0 379 16,49-7-239-16,-36 6-84 15,3 1-8-15,-3 0-132 0,0 0-114 16,-4-1-12-16,4-1-33 0,0-2-133 15,-3-2-471-15,-4 0-83 16,1 0-294-16</inkml:trace>
  <inkml:trace contextRef="#ctx0" brushRef="#br0" timeOffset="53078.11">23950 5162 940 0,'0'0'794'16,"0"0"-398"-16,0 0-4 0,42-29 136 15,-30 18-260-15,-5 1-58 0,-1 0-61 16,-2-1-48-16,-4 0-41 16,0 3-35-16,0 1 75 0,-4 4-56 15,1 1-41-15,0-1-3 0,0 1 0 16,-4 2-317-16,4 4 104 0,-7 4-131 15,4 0-600-15,3 0-536 16</inkml:trace>
  <inkml:trace contextRef="#ctx0" brushRef="#br0" timeOffset="54482.51">24566 5251 936 0,'0'0'615'0,"0"0"-387"16,0 0-150-16,0 0 6 0,0 0-32 15,0 0-13-15,-35 7 71 0,25 1-55 16,1 4 17-16,-1 5 77 16,3 2-46-16,-2 3 13 0,5 0 113 15,1-2-11-15,3 1-42 0,0-5-49 16,7 3-38-16,2-4-41 0,1-3-48 15,6-2 60-15,0-3-44 0,1-4-3 16,2-3 59-16,-3 0-24 0,0-6-45 16,-3-1 85-16,0-3-31 0,-7 0-57 15,4-1 81-15,-7 0-74 0,-3-1 27 16,0 0 20-16,0 0-54 16,-6 0 10-16,-1 1-46 0,-2 1 36 15,-4 1-182-15,3 4 163 0,1 2-53 16,2 0-128-16,4 2 200 0,0 0 0 15,-1 1 2-15,1 0 52 16,3 0-54-16,0 0-38 0,0 1 38 16,0 1 0-16,3 1 0 0,1-1 44 15,2 0-16-15,1-1-15 0,2 0 60 16,1-1-10-16,3 0-60 16,0 0 72-16,0 0-75 0,-4-1 32 15,-2-1-7-15,-1 2-25 0,-3-2 9 16,4 0-9-16,-1 0 0 0,-2 1-129 15,2 0 117-15,-3 0-73 0,4 1-229 16,-4-1 75-16,3 1-108 0,-2-2-445 16,2 1 159-16,-3 0-26 0</inkml:trace>
  <inkml:trace contextRef="#ctx0" brushRef="#br0" timeOffset="54816.29">24815 5246 502 0,'0'0'310'0,"0"0"-72"0,0 0 146 0,0 0-166 15,0 0-49-15,36-6 178 0,-27 5-114 16,1 1-23-16,-4 0 35 16,4 0-129-16,-3 0-20 0,-1 3-3 15,1 0 9-15,-4 3-19 0,3-1 25 16,-3 5 44-16,1 3-38 0,-1 4-101 15,0 1 72-15,0 3-76 0,-3-1 26 16,0 1-1-16,-3-1-34 0,3-1 35 16,-3 3-26-16,0 1-9 0,3-3-47 15,0-1 22-15,0-4 3 0,0-2-218 16,0-5 152-16,0-4-100 16,0-2-263-16,0 1 222 0,0-3-52 15,0-1-170-15,-4-7 270 0,1-6-317 16,-3-4-200-16,3 4 428 15,-4 0-1-15</inkml:trace>
  <inkml:trace contextRef="#ctx0" brushRef="#br0" timeOffset="55331.28">24864 5389 320 0,'0'0'1008'15,"0"0"-615"-15,0 0 127 0,0 0-355 16,0 0-20-16,0 0 132 0,0 0-119 16,0 0-53-16,45-35-47 15,-26 28-4-15,-3 0-54 0,4 1 23 16,-7-2-7-16,0 3-16 0,3-2-1 15,-3 3 1-15,-4-2 0 0,-2 3 16 16,-1 0 22-16,-3 2 6 0,-3 0-44 16,7 1 61-16,-7 0-36 0,0 0-15 15,0 1 38-15,0 3-26 0,0 4-13 16,-3 3 45-16,-1 4-22 16,4-1-29-16,-3 3 73 0,3-4-29 15,0-3-37-15,3 1 91 0,4-1-70 16,3-4-9-16,-1 4 28 15,1-6-50-15,3-2 38 0,0-1 25 16,0-2-6-16,3-5-51 0,-3-2 97 16,0-2-59-16,0 1-22 0,-7-2 55 15,4 0-77-15,-4 0 37 0,-6-2-9 16,0 0-28-16,0-1 41 16,-9 1-8-16,2 1-33 0,-3 1-205 15,4 2 205-15,-1 5-40 0,1 0-66 16,3 0 93-16,-4 3 13 0,4 1-85 15,-3 0 66-15,-1 0 19 0,4 6-113 16,-3 1 100-16,-1 4 13 0,1 8-59 16,-1 0 59-16,4 2 0 0,0-1-9 15,3-2 9-15,0 2 0 0,3-2 32 16,3 0 18-16,4-2-50 16,0-1 35-16,3-2-51 0,3-4 16 15,0-1-173-15,3-5 72 0,1-2-185 16,-1-1-422-16,0-6 135 15,-6 0-239-15</inkml:trace>
  <inkml:trace contextRef="#ctx0" brushRef="#br0" timeOffset="55798.61">25397 5392 574 0,'0'0'515'0,"-4"39"-147"0,1-23 90 16,0-2-393-16,3-4-65 0,0-3-5 16,0-2-70-16,0-1-29 0,0-2-117 15,0 0 140-15,3-2 81 0,-3-3 127 16,3-5 3-16,-3-4-65 16,4-6 29-16,-4 0 6 0,0-4-25 15,0-1-75-15,0-2-130 0,3 1-221 16,3 3-189-16,4 3 540 0,3 2 251 15,0 0 302-15,0 5-193 16,0 2-1-16,-4 5 110 0,-2 1-172 16,-4 2-55-16,0 1-34 0,0 0-38 15,4 3-60-15,-7 1-91 0,3 5 90 16,-3 3-109-16,-3 7 41 16,0 2-43-16,-4-3 2 0,1 4-112 15,2-4 84-15,1-1 28 0,3 2-136 16,-3-5 133-16,3 3-16 0,0-3-127 15,0-2 144-15,3-3-34 0,0-4-134 16,1-1 119-16,-1-1-44 0,3-2-176 16,1-1 213-16,3-1 39 0,2-7-154 15,5-3-46-15,-8-4-152 0,4 0-480 16,-6-1 431-16,2-2 101 16,-5 4-336-16</inkml:trace>
  <inkml:trace contextRef="#ctx0" brushRef="#br0" timeOffset="55966.68">25613 5310 218 0,'0'0'542'15,"0"0"100"-15,0 0-239 16,0 0-59-16,0 0 89 0,0 0-304 16,0 0-71-16,0 0-16 0,-13 37 10 15,10-22-23-15,0 0-29 0,3-3 35 16,3 3 0-16,0-3 4 16,0 4 31-16,4-3-25 0,2-1-42 15,4-2 39-15,0-2-42 0,0-2 3 16,3 0-3-16,0-5 0 0,1-1-105 15,-1-1 41-15,0-4-51 0,-3-1-233 16,-4 0-174-16,-2 1-502 0</inkml:trace>
  <inkml:trace contextRef="#ctx0" brushRef="#br0" timeOffset="56170.28">25719 5369 1659 0,'0'0'380'16,"0"0"-95"-16,0 0 35 0,0 0-214 16,0 0-26-16,36 5-38 0,-30-8-42 15,4 0-106-15,-3-5-188 0,-1 3 3 16,-3-2-43-16,-3 1-323 0,4 0 168 16,-4-4-59-16</inkml:trace>
  <inkml:trace contextRef="#ctx0" brushRef="#br0" timeOffset="56571.98">25726 5237 314 0,'0'0'1020'16,"0"0"-613"-16,0 0-102 0,0 0-121 16,0 0-183-16,0 0 20 0,42-18 77 15,-23 18-43-15,4 0 35 0,-4 0 78 16,1 0-52-16,2 0 13 16,-6 1 21-16,4 0-60 0,-7-1-33 15,-7 0-15-15,1 0 31 0,-4 0 7 16,0 0 117-16,-3-1 62 0,3 1-65 15,-3 0-74-15,0 0 14 16,0 0-75-16,-3 0-41 0,-3 3-36 16,-4 4 18-16,-3 3-234 0,3 2 197 15,1-1-55-15,5 2-131 0,4-3 210 16,0 2-28-16,4 0-86 16,2 0 125-16,4 1-28 0,0-1-72 15,-1-1 100-15,4 2 2 0,0-2-28 16,0 0 28-16,0 0 16 0,0 0-13 15,-4 1 70-15,-2-2-16 0,-1 0-13 16,-2 0 45-16,-4-3-70 0,0-1 0 16,0-1 44-16,-4 0-16 0,-2 3-44 15,-7-1 101-15,-3 1-92 0,-3-1 26 16,2-3-16-16,1 0-22 16,3-4-138-16,0 0 106 0,7-1-141 15,-1-3-653-15,1 3-546 0,6-7-128 0</inkml:trace>
  <inkml:trace contextRef="#ctx0" brushRef="#br0" timeOffset="57281.98">26637 5246 1572 0,'0'0'338'0,"0"0"-53"0,0 0 113 0,0 0-160 16,0 0-16-16,0 0 75 0,0 0-154 15,0 0-111-15,0 0-26 0,-52 38 80 16,29-18-39-16,4 0-40 0,-3 2 59 16,-1-1-66-16,4 0 28 15,-1-1-15-15,7-1-13 0,0-2-119 16,4-3 62-16,2-4-92 0,4-6-215 15,0 0 185-15,3-2-72 0,0-2-319 16,0 0 203-16,3-3 84 0,3-7-16 16,7-6 204-16,0-1 1 0,0-3-72 15,-3-1 58-15,3 2-19 0,-4 0-196 16</inkml:trace>
  <inkml:trace contextRef="#ctx0" brushRef="#br0" timeOffset="57451.14">26543 5284 616 0,'0'0'365'0,"0"0"-19"16,0 0 288-16,0 0-355 0,0 0-1 15,39 22 160-15,-26-5-208 16,-4 4-19-16,1-1-49 0,-3-4-64 16,2 1-98-16,-2-1 38 0,2 1-32 15,-2-3-6-15,3 0-79 16,-7-5 79-16,0-4-73 0,-3 0-213 0,0-3 193 16,0 0-22-16,-6-2-151 15,-7 0 69-15,-3-3-123 0,-4-5-482 16,-2-1 317-16,5 0-14 0</inkml:trace>
  <inkml:trace contextRef="#ctx0" brushRef="#br0" timeOffset="57606.76">26479 5389 372 0,'0'0'606'0,"0"0"-156"0,42 3 261 16,-23 4-400-16,0-4-34 16,1 2 64-16,-1-1-159 0,0-1-86 15,1 1-93-15,-4-1-3 0,0-1-19 16,-3 0-314-16,0-2 118 15,-7 0-130-15,4-2-704 0,-7 0 41 16</inkml:trace>
  <inkml:trace contextRef="#ctx0" brushRef="#br0" timeOffset="57791.11">26688 5277 1015 0,'0'0'989'15,"0"0"-895"-15,0 0 126 0,10 35 145 16,-3-17-268-16,-1 0-55 0,1 0-42 16,-1-5 15-16,0 0-15 0,1-1-106 15,-1-2-49-15,1-2-185 0,-4-3-504 16,0-5 264-16,4 3-111 0</inkml:trace>
  <inkml:trace contextRef="#ctx0" brushRef="#br0" timeOffset="57968.46">26885 5277 471 0,'0'0'1178'15,"0"0"-879"-15,0 0 209 0,0 0-156 16,0 0 7-16,0 0 33 16,0 0-181-16,0 0-170 0,-19 33-19 15,6-14 35-15,0 1-57 0,0 0 22 16,0-2-23-16,7 0 1 0,-4 2-129 15,4-3 72-15,-1 2-142 0,4-2-395 16,0-1 59-16,3-4-492 0</inkml:trace>
  <inkml:trace contextRef="#ctx0" brushRef="#br0" timeOffset="59138.29">21931 5604 342 0,'0'0'636'16,"0"0"-177"-16,0 0-296 15,0 0-59-15,0 0 23 0,0 0 9 16,0 0 59-16,0 0 206 0,0 0-298 16,-20 46-48-16,1-24-23 0,0-1-3 15,-1 1-10-15,1 0-15 16,0-3 21-16,6 1-25 0,0-6-22 16,6 1 19-16,1-7-7 0,3-1-87 15,3-3 20-15,0-3-23 0,0-1-262 16,3-1 99-16,7-8 160 0,6-5 103 15,0-5 23-15,-3-3-4 0,3 2 3 16,-3-1-22-16,0 0 13 0,0 1-10 16,0 0 0-16,-4 3-3 0,4 2-13 15,-3 2 13-15,0 4 72 16,-4 3 129-16,0 4-72 0,-2 2 40 16,-1 0 73-16,7 2-123 0,-1 7 22 15,1 5 86-15,3 7-26 0,0 1-55 16,-7 1-95-16,4-1 9 15,-4 1-60-15,1-2-19 0,3 0-3 16,-4-2 3-16,1-3-242 0,-1-4 66 16,-3-3-61-16,-3-4-380 0,0-2-89 15,0-3-248-15</inkml:trace>
  <inkml:trace contextRef="#ctx0" brushRef="#br0" timeOffset="59325.14">21905 5703 1471 0,'32'0'397'0,"-3"0"-92"0,4 0-95 16,-4 1-23-16,-3 2-145 0,3-3-42 16,0 1-13-16,0-1-80 0,0 0-169 15,0-4-592-15,-10 0 134 0,1-1 50 0</inkml:trace>
  <inkml:trace contextRef="#ctx0" brushRef="#br0" timeOffset="59483.48">22389 5564 173 0,'0'0'929'16,"0"0"-441"-16,0 0-56 0,0 0-20 15,0 0-361-15,0 0 27 0,-12 52 122 16,8-28-78-16,1 0-48 0,0 1-65 15,3-2 8-15,-3-1-17 0,3-2-76 16,-4 0-5-16,4-4-67 0,0-1-450 16,-3-2-16-16,0-4 112 0</inkml:trace>
  <inkml:trace contextRef="#ctx0" brushRef="#br0" timeOffset="59700.43">22264 5798 65 0,'0'0'1259'0,"0"0"-657"0,0 0-310 16,38-13 22-16,-15 10 181 0,-4 2-220 15,1-1-55-15,-1 2-5 16,0 2-80-16,1-2-119 0,-7 0 28 16,3 0-35-16,-3-2-9 0,-4 2-144 15,1-1 112-15,-7-1-88 0,1 0-235 16,-1-2 176-16,-3-2-62 0,0-4-515 15,0 1 32-15,-10-2-338 0</inkml:trace>
  <inkml:trace contextRef="#ctx0" brushRef="#br0" timeOffset="59922.36">22218 5517 7 0,'0'0'2163'0,"0"0"-1939"15,0 0-127-15,0 0 219 0,46 1-82 16,-24 3-26-16,1-1-14 0,-1 0-73 16,7-1-83-16,0 3-13 0,1 0 1 15,2 3-26-15,-3-1-70 16,0 2 19-16,0 1-146 0,0 2-579 16,-9-3-455-16</inkml:trace>
  <inkml:trace contextRef="#ctx0" brushRef="#br0" timeOffset="60060.74">22742 5862 2368 0,'0'0'461'16,"0"0"-461"-16,0 0-109 0,0 0-140 15,0 0-789-15</inkml:trace>
  <inkml:trace contextRef="#ctx0" brushRef="#br0" timeOffset="165866.12">14877 10269 300 0,'0'0'160'0,"0"0"892"0,0 0-607 16,0 0-120-16,0 0 107 0,0 0-194 15,0 0-64-15,0 0 27 0,0 0-55 16,-20 0-51-16,20 0-73 0,0 0 54 16,0 0-76-16,0 0-31 0,4 1 31 15,-4 2 19-15,16 1-16 16,-3 3 79-16,3-1-82 0,6-3 44 16,1-1-25-16,3-2-19 0,3 0 9 15,7-3-11-15,-4-2 2 0,10-4-164 16,-3 1 88-16,-1 1-76 0,-2-1-247 15,3-1 100-15,-7 2-124 0,-3 0-555 16,-6 0 356-16,-7 2-74 0</inkml:trace>
  <inkml:trace contextRef="#ctx0" brushRef="#br0" timeOffset="166234.79">15297 10062 1068 0,'0'0'628'0,"0"0"-53"15,0 0-378-15,0 0-64 0,0 0-37 16,0 0-96-16,0 0-25 0,0 0 8 15,0 0 17-15,9 15 13 0,8-5 29 16,5 0 26-16,-6 1 6 0,13-3 6 16,-6 1-25-16,0 1-49 15,6 3 20-15,-4-4-26 0,-2 6 0 16,3-2-8-16,-7 3 8 0,4-1 0 16,-4 1-16-16,-6-1 16 0,0 1 0 15,-6-1-41-15,-7 0 37 16,0 1-9-16,0 0-28 0,-10 0 41 15,-6 2 0-15,0-1-69 0,-7-2 37 16,-3-1-20-16,7 1-93 0,-4-4-6 16,1-1-147-16,5-3-798 0</inkml:trace>
  <inkml:trace contextRef="#ctx0" brushRef="#br0" timeOffset="167325.69">16104 10133 655 0,'0'0'356'0,"0"0"-34"0,0 0-127 0,0 0 10 0,0 0 175 15,0 0-215-15,36 22-3 0,-27-2 61 16,1 3-72-16,-3 2-13 0,2 0 20 16,-6 1-56-16,4-2-83 15,-1-2 0-15,-2-4-10 0,2 0-9 16,-3-7-112-16,1-1 61 0,-4-6-23 16,3-1-112-16,-3-3 105 0,0 0-9 15,0 0-17-15,0-3 77 0,-3-7 21 16,-4-5-114-16,-3-5 123 15,1 0 15-15,-1-1 14 0,-3-1-13 16,3 0-12-16,-6-1 2 0,7 0 20 16,2-3 55-16,4 3-46 0,3 5 3 15,3 0-37-15,7 4 46 16,-4 1 21-16,10 5 19 0,1 1 127 16,2 5-67-16,0 1-45 0,1 1-35 15,-4 3 34-15,0 4-43 0,0 0-49 16,3 0 35-16,-2 3-44 0,-4-1 16 15,-4-2-16-15,1 1 0 0,-7-3-60 16,0-2 47-16,-3 1-2 0,0 3-113 16,-3 1 127-16,-10 3-37 0,-3 0-115 15,3 2 89-15,-3-2-32 16,3-4-64-16,7 0 108 0,2-3-6 16,-2 0-51-16,6 0 60 0,0 0-12 15,0 3-139-15,10-3 86 16,6 0 50-16,0 2 64 0,0-1 68 15,7 0 35-15,-7-1 85 0,-6 3-88 16,6 2-10-16,-7-3 56 0,-2 3-50 16,-4 1-22-16,0 1-32 0,-3 1 18 15,-3-1-28-15,-3-1-28 0,-4-1 63 16,-3-2-16-16,0 3-35 0,0-3 44 16,-3-3-60-16,3-2-83 15,-3-2-44-15,3-1-123 0,0-9-555 16,7 3-173-16,-4-5-110 0</inkml:trace>
  <inkml:trace contextRef="#ctx0" brushRef="#br0" timeOffset="167864.01">16527 10139 994 0,'0'0'323'16,"16"33"15"-16,-16-14 149 0,0 0-325 15,7 0 3-15,-7-2 48 0,0 0-110 16,0-2-35-16,0-3-55 0,3-3 6 16,-3-5-19-16,0 0-19 0,0-1 16 15,0-1 3-15,0-1-62 16,0-1 62-16,0-5 91 0,0-6-37 16,0-7-25-16,-3-2-29 0,3-3 2 15,-7 1 17-15,7 3-19 0,7-1-63 16,3 0 62-16,-1 4 1 0,4 0 40 15,3 4 43-15,-3 4 29 0,3 2 92 16,4 4-32-16,-4 2-74 0,0 2-57 16,-3 4 47-16,-3-1-21 0,-4-1-64 15,1 4 63-15,-4 0-66 16,-3 3-44-16,0 0 42 0,-3 1 2 16,-4-2-99-16,1 0 97 0,-4-2-53 15,0 2-135-15,1-3 168 16,-1-1-57-16,-3 1-199 0,10-3 147 15,-4 0-33-15,1-1-184 0,6 0 199 16,-3 2 58-16,-4 0-35 0,7-2 58 16,0 4 39-16,0-3 29 0,7 1 17 15,-4 1 119-15,10 1 104 16,-10 1-134-16,13-2-22 0,-9 1 8 0,2 0-54 16,1 1-15-16,-4-1-17 15,1 0 6-15,-4 0-12 0,7-2-61 16,-4-1 0-16,-6 1-42 0,10-3-143 15,-7-1 45-15,0 1-59 0,-3-2-462 16,0 0 227-16,7-5-139 0</inkml:trace>
  <inkml:trace contextRef="#ctx0" brushRef="#br0" timeOffset="168122.97">16847 10166 1168 0,'0'0'394'0,"0"0"-4"0,0 39-176 16,0-23-46-16,6 0 110 0,-2 4-110 15,2-3-36-15,1 1-26 16,2-1-45-16,4-2-61 0,0-3-13 0,3-2 10 16,0-6 3-16,1-2-52 15,-1-2 52-15,0-5 16 0,0-4 10 16,-6 1 67-16,6-2-26 0,-10-1-58 15,1-1 39-15,-4 0-32 0,-3-4 0 16,0 1-32-16,0-3-28 0,-6-1-273 16,-4 3 21-16,3-1-160 15,-2 1-630-15,2 4 281 0</inkml:trace>
  <inkml:trace contextRef="#ctx0" brushRef="#br0" timeOffset="168468.36">17083 10141 760 0,'0'0'430'0,"0"0"120"0,19 35-316 16,-16-17-17-16,4 0 90 0,-4 2-155 15,0-2-42-15,-3 1-43 16,10-2-35-16,-4-3-32 0,-6-4-39 16,10-4 13-16,-7-2-32 0,1-1 0 15,9-3 58-15,-4-1 16 0,4-8 45 16,0-1 10-16,-3-3 13 0,3-3-7 15,-4 1-4-15,1-1-21 0,-3-2-24 16,-1 3 20-16,-3 1-48 0,4 0-54 16,-1 6 53-16,-6 1 1 0,3 5 0 15,1 1 38-15,-4 1 13 16,3 1-47-16,3 5 40 0,-2 6-5 16,5 6 2-16,-2 2 48 0,-1 2-25 15,-3-2-7-15,4-4 31 16,3 2-88-16,-4-5 13 0,4 1-35 15,-1-3 9-15,1 0-304 0,3-3 13 16,-3-4-131-16,-4-2-1022 0</inkml:trace>
  <inkml:trace contextRef="#ctx0" brushRef="#br0" timeOffset="168733.97">17448 10184 1144 0,'0'0'859'16,"0"0"-665"-16,0 33-19 15,0-16 35-15,0-3-110 0,0 3-29 16,3-3 3-16,-3 0-22 0,3 3-27 16,4-3-21-16,-1 0 14 0,4-2-18 15,0-1-29-15,2-1 16 0,-2-1 13 16,3-5-164-16,-6 2 45 15,9-4-53-15,-3-2-405 0,-10 0-80 16,7-3-145-16</inkml:trace>
  <inkml:trace contextRef="#ctx0" brushRef="#br0" timeOffset="168874.52">17551 10262 404 0,'0'0'978'0,"0"0"-532"16,0 0-356-16,0 0-28 0,0 0-7 16,36 8-38-16,-27-9-17 15,-2-2-197-15,-1 0-353 0,1-4-275 0</inkml:trace>
  <inkml:trace contextRef="#ctx0" brushRef="#br0" timeOffset="169059.79">17496 10098 2547 0,'0'0'338'0,"0"0"-267"0,0 0 22 0,33 16 0 16,-11-12-93-16,4-2 0 16,0 0-23-16,6-2-156 0,7 0-515 15,-10-2 77-15,0 0-109 0</inkml:trace>
  <inkml:trace contextRef="#ctx0" brushRef="#br0" timeOffset="169774.48">18372 10089 1112 0,'0'0'241'0,"0"0"-56"16,0 0 358-16,0 0-355 0,35 51-49 16,-25-27 42-16,-4 1-59 0,7 0-32 15,-10 2 17-15,4-1-8 0,-4-1-32 16,0-1-47-16,1-3 1 15,2-1-21-15,-3-5-90 0,0-3 77 16,1-4-25-16,-4-5-94 0,3-1 48 16,-3-1-19-16,0-1-90 0,0-3 67 15,0-8 12-15,0-6-496 16,-7 2-155-16,1-4 51 0</inkml:trace>
  <inkml:trace contextRef="#ctx0" brushRef="#br0" timeOffset="170020.1">18317 10071 1600 0,'0'0'325'0,"0"0"-10"0,0 0 150 16,0 0-330-16,38-23-23 15,-12 21 62-15,0 2-8 0,6 1-58 16,-9 4-60-16,0 2 25 0,-7 2-73 16,-3 1-19-16,3 3 19 0,-3 0 0 15,-7-1-51-15,1 1 51 16,-4 1 0-16,-3-1-37 0,-7 0 37 15,-2 0 0-15,-4 0-51 0,-3 0 29 16,-4-1 22-16,-2-1-131 0,-1-2 57 16,4-2-57-16,-4 0-275 0,10-6 6 15,0-1-178-15,4-1-497 16</inkml:trace>
  <inkml:trace contextRef="#ctx0" brushRef="#br0" timeOffset="170220.71">18672 10106 1348 0,'0'0'391'0,"0"0"-115"15,45 33 248-15,-35-21-356 0,3 2-20 16,0 0 26-16,-4-2-81 0,1 3-70 16,0-4-7-16,-1-2-32 0,1-2 6 15,3-4-150-15,-10-2 77 0,10-1-53 16,-6-1-144-16,2-4 60 15,-2-6-199-15,6-4-574 0,-4 1 276 16</inkml:trace>
  <inkml:trace contextRef="#ctx0" brushRef="#br0" timeOffset="170439.08">18934 10082 414 0,'0'0'1019'0,"0"0"-502"0,0 0 137 16,0 0-374-16,0 0-91 0,0 0-22 15,0 0-46-15,0 0-112 0,0 0-6 16,0 0-3-16,-30 5 0 0,18 5-59 15,-5 1 57-15,1 0 2 0,3-1-61 16,-3 1 58-16,3 1 3 0,4 2-128 16,2-1 51-16,1 3-45 0,2-2-232 15,1 0 57-15,3-1-27 16,0-1-164-16,3 3 325 0,4-4 43 16,-4 0-229-16,13-3 114 0,-6 1-55 15</inkml:trace>
  <inkml:trace contextRef="#ctx0" brushRef="#br0" timeOffset="170659.33">19111 10083 1936 0,'0'0'259'0,"0"0"-120"0,0 0 10 15,0 0-49-15,0 0 45 0,26 57 116 16,-23-28-53-16,-3 2-55 0,-3 0-16 16,0-3-67-16,0 1-70 15,3-4-92-15,-4-2 9 0,-2-2-102 16,6-7-387-16,0-3 13 0,0-6-218 16</inkml:trace>
  <inkml:trace contextRef="#ctx0" brushRef="#br0" timeOffset="170967.26">19089 10036 1542 0,'0'0'439'16,"38"15"-280"-16,-18-11-16 0,-1-1-14 15,-3 2-100-15,-3-2-29 0,3 0-90 16,4 0-153-16,-4-3-183 0,0 0-339 16,-3-4 547-16,3 1 97 15,-6 0-169-15,6 3 160 0,-3 0 130 16,0 0 321-16,-4 4-57 0,1 5-75 16,-3 2 4-16,-1 2-112 0,0 3 43 15,-2 3 221-15,-1-2-170 0,0 3-22 16,-3-3 90-16,0 2-149 15,0-1-57-15,0-1-37 0,0-2-117 0,-3-4-188 16,0-5-713-16</inkml:trace>
  <inkml:trace contextRef="#ctx0" brushRef="#br0" timeOffset="171276.65">19418 10130 1973 0,'0'0'582'16,"39"-7"-382"-16,-23 3-42 0,0-4-55 16,0 0-46-16,-6-3-57 15,6 1-70-15,-6 0 6 0,-1-1-36 16,-2 2-96-16,-4 3 92 0,-3 2 14 16,3 0-36-16,-3 2 71 0,0 0 8 15,0 2 45-15,0 1 2 16,-3 10 0-16,-3 7 188 0,-1 6 67 15,1 7-62-15,3-2-4 0,-1-2-105 16,4-3-81-16,0-3-3 0,4-1 0 16,2-3-45-16,-3-5-263 0,4-3 27 15,-1-2-240-15,-3-4-797 0,7-3 660 16</inkml:trace>
  <inkml:trace contextRef="#ctx0" brushRef="#br0" timeOffset="171624.02">19722 10064 652 0,'0'0'1238'0,"0"0"-955"15,0 0 11-15,-13 56-49 16,9-31-23-16,4 2 127 0,0 0-94 15,0-1-78-15,7-3-57 0,3-1-26 16,3-2-91-16,-1-6 31 0,8-2 1 16,-4-4-35-16,3-5 28 0,7-1 48 15,-3-4 24-15,-1-5 6 16,-2-4 117-16,6-1-75 0,-10-4-65 16,-3-1 77-16,-4-3-130 0,-5-3 16 15,-4-1 27-15,-7-4-73 0,-9-1-125 16,-3-2 107-16,-10 2-133 0,3 7-256 15,0 7 298-15,7 8-81 0,2 7-169 16,4 1 308-16,1 8-31 0,5 2-268 16,1 3 104-16,6 0-41 15,0 0-392-15,6-1 101 0,-3-3-149 16</inkml:trace>
  <inkml:trace contextRef="#ctx0" brushRef="#br0" timeOffset="171842.16">20116 10172 1590 0,'0'0'630'0,"0"0"-61"0,0 0-367 15,13 46-64-15,-17-29 69 0,-2-1-54 16,-1-1-39-16,1-2-54 16,3 0 0-16,-4-5-60 0,7-2-93 15,-6-3 90-15,6-1-16 0,0-1-98 16,0-1 117-16,0 0-3 0,0-5-156 15,10-7-20-15,-7-6-116 0,0-2-510 16,3-4 181-16,-2 5-141 0</inkml:trace>
  <inkml:trace contextRef="#ctx0" brushRef="#br0" timeOffset="172032.46">20177 10166 1024 0,'0'0'1479'0,"36"36"-1134"0,-17-18-92 15,0-2 142-15,-3-2-135 16,4-2-59-16,-4-5-15 0,3-1-21 15,1-2-69-15,-1-4-90 0,-3 0 121 16,-3-2-84-16,0-2-21 0,-3-3 52 16,-4-3-40-16,-2-3-28 0,2-2 144 15,-3-1-150-15,0 0-49 16,-3-3 6-16,-3 1-219 0,0 3-362 16,0 5 131-16,3 4-174 0,-3 3-1523 15</inkml:trace>
  <inkml:trace contextRef="#ctx0" brushRef="#br0" timeOffset="173186.61">20920 10151 797 0,'0'0'355'0,"-7"39"-238"0,4-17 78 0,3-5-120 16,0-3-10-16,0-3 13 0,7-2-52 16,-1-3 7-16,7-4 68 0,0 1-14 15,3-3-6-15,0-5 33 0,0-5-46 16,4-1 32-16,-1-1 133 16,1 0-104-16,-4-2-55 0,0 1-35 15,-3 1-16-15,-4 2-23 0,1 1-30 16,-7 5 30-16,1-1 0 0,-4 5 1 15,3 0 21-15,-3 0 43 0,0 0 89 16,0 2-55-16,0 4-86 0,-3 3-4 16,-1 3 43-16,1 2 2 15,3 0-32-15,0 0 39 0,0-2-61 16,0 2 19-16,0-5-20 0,3-1 1 16,1-2-102-16,-1-2-7 0,3 4-115 15,7-6-448-15,0 0 0 0,-3-2-366 16</inkml:trace>
  <inkml:trace contextRef="#ctx0" brushRef="#br0" timeOffset="173419.13">21256 10212 1486 0,'0'0'536'0,"0"0"-276"0,0 0 47 16,0 0-120-16,-7 36-7 0,7-26 18 15,0-3-73-15,0-4-71 0,7 0-38 16,3 0 25-16,2-1 7 0,5-2-19 15,2-6 72-15,-3-2-18 0,0-3-17 16,-3 0 57-16,-3 2-35 0,-4-2-38 16,-2 1 54-16,-1 0-66 15,-3-1-16-15,0 1 41 0,-7 2-63 16,1-3-279-16,-1 4 143 0,1 0-85 16,3 5-404-16,-1 0 297 0,4 1-135 15,0 0-769-15</inkml:trace>
  <inkml:trace contextRef="#ctx0" brushRef="#br0" timeOffset="173838.22">21530 10139 88 0,'0'0'352'16,"0"0"-26"-16,0 0 394 16,0 0-463-16,10 43-91 0,-10-27 71 15,0 0-27-15,0 1-10 0,0-4 65 16,3 2-140-16,-3-3-35 0,0-2-4 15,3-1-3-15,-3-3-28 0,4-2-52 16,-1-2 48-16,-3 0-51 0,3-2 19 16,0 0 26-16,-3 0-45 0,4-3-19 15,-4-6-4-15,3-6-15 16,-3 0-96-16,0-3 133 0,0 0-1 16,0 2-81-16,0-4 50 0,0 2-18 15,3 1-196-15,4 4 111 16,2 3 46-16,4 3 38 0,0 2 52 15,3 4 165-15,-3 1 237 0,0 4-137 16,0 6-74-16,0 0-32 0,-10 2-40 16,7 1-52-16,-4-1-39 0,-6 2 69 15,0-3-72-15,0 0-3 16,-3 2 51-16,-3-2-73 0,-4-3 50 16,0 3-32-16,-3-3-18 0,7-4-198 15,-4 0 138-15,4-1-63 0,2-3-225 16,1 1 167-16,-3-1-156 0,3-1-642 15,3-1-312-15</inkml:trace>
  <inkml:trace contextRef="#ctx0" brushRef="#br0" timeOffset="174054.87">21776 10159 249 0,'0'0'1365'15,"0"0"-1027"-15,0 0 35 0,0 0-182 0,0 0-30 16,0 0 83-16,0 0-112 15,26 35-30-15,-26-20-51 0,3-1 10 16,0 0-61-16,0-4 13 0,4 0-13 16,2-2 0-16,1-2 13 15,3 1 6-15,3-1-13 0,0-3 7 0,1-2 25 16,-5-1-38-16,5 0-99 16,-4-4 13-16,-1-1-90 0,-5 2-326 15,-4 0-127-15,0 0-469 0</inkml:trace>
  <inkml:trace contextRef="#ctx0" brushRef="#br0" timeOffset="174200.78">21815 10190 1311 0,'0'0'427'16,"0"0"237"-16,0 0-457 15,42 12-62-15,-26-12-29 0,0 0-68 0,-3-3-48 16,3-1-141-16,-6-2-153 15,-1-1-295-15,-5 1-838 0</inkml:trace>
  <inkml:trace contextRef="#ctx0" brushRef="#br0" timeOffset="174360.74">21831 10064 1354 0,'0'0'293'0,"0"0"-63"0,45-6 247 15,-29 2-248-15,10 1-26 0,0-1 13 16,0 0-136-16,-1 2-80 0,-2-3-35 16,-7 3-210-16,0-1-857 0</inkml:trace>
  <inkml:trace contextRef="#ctx0" brushRef="#br0" timeOffset="178309.55">23055 9863 183 0,'0'0'169'0,"0"0"63"0,0 0 335 0,0 0-115 15,0 0-309-15,0 0 0 0,0 0 81 16,0 0-94-16,19-17 9 0,-16 13 84 15,1 0-130-15,-4 2-15 0,3 0 25 16,-3 0 9-16,3-1 7 0,-3 2 18 16,0 1-22-16,0 0-61 15,0 0-41-15,-6 0-26 0,-1 5 6 16,-9 2-104-16,0 3 109 0,-3 2-24 16,2 3-22-16,1 0 47 0,0-1 1 15,0 6-60-15,0-1 60 16,3 5 0-16,0 2-13 0,0 2 13 15,3 3 0-15,1 1 2 0,5 0 20 16,1-4 4-16,3 1-7 0,0-5 35 16,10-3-54-16,6-2 23 0,0-3-23 15,7-3 0-15,6-4 3 16,3-2 12-16,0-3-15 0,4-4-102 16,-4 0 22-16,-3-4-77 0,0-6-426 15,-9 3-206-15,-4-2-420 0</inkml:trace>
  <inkml:trace contextRef="#ctx0" brushRef="#br0" timeOffset="188706.44">23669 9916 200 0,'0'0'316'0,"0"0"-140"0,0 0-19 15,0 0 55-15,0 0-79 0,0 0 7 16,0 0 137-16,0 0-128 15,0 0-12-15,32-28 61 0,-32 23-107 16,3 3-7-16,0-1 68 0,-3 1-42 16,0-2-7-16,0 2 55 0,0-1-49 15,-3-1-16-15,0 3 16 0,-4 0 3 16,-2 0-35-16,-4 1-74 16,-3 2 32-16,-1 5-35 0,-2 1-47 15,3-1 45-15,3 4 2 0,0-1-38 16,0 3 35-16,3 1 3 0,1 0-45 15,-1 2 43-15,4 1 2 0,-1 0-58 16,4 0 58-16,3 0 0 0,3 0 3 16,0-1 33-16,7 1-1 15,0-3-32-15,3 1 42 0,3-5-45 16,3 0-49-16,1-1 46 0,-1-3-7 16,0 0-112-16,-2-1 90 0,2 0-19 15,-3-1-81-15,-3-2 74 0,3 0-38 16,-6 1-178-16,-4-2-83 15,1 1-104-15,-4-2-220 0,0 0 189 16</inkml:trace>
  <inkml:trace contextRef="#ctx0" brushRef="#br0" timeOffset="189231.27">24105 9896 382 0,'0'0'172'0,"0"0"-22"0,0 0 124 16,0 0-85-16,0 0-26 0,0 0 140 15,0 0-125-15,0 0-9 0,0 0 87 16,-7-3-136-16,4 3-49 0,3 0-23 16,0 1-13-16,0 2 27 15,0 3 45-15,0 0-36 0,0 3 0 16,3 6 22-16,0 0-6 0,1-1-26 16,2-1-33-16,-3 2 33 0,0-2-61 15,1 2 13-15,-1-2-29 0,0 0 16 16,0 0-186-16,1-2 48 15,-1-2-84-15,0-1-393 0,-3-5-26 16,0-2-125-16</inkml:trace>
  <inkml:trace contextRef="#ctx0" brushRef="#br0" timeOffset="189492.96">23975 9994 1026 0,'0'0'345'16,"0"0"172"-16,0 0-273 0,0 0-79 15,0 0-7-15,0 0-137 0,0 0-21 16,0 0 0-16,0 0 3 0,33-8 45 16,-17 8 46-16,0-1-20 15,3 1-6-15,-3 0 9 0,4 0-19 0,2 0-55 16,1 0-1-16,0 0-4 15,-4 0 1-15,4 0-182 0,-4 0-34 16,4 0-93-16,-7 0-1144 0,-3 0 718 0</inkml:trace>
  <inkml:trace contextRef="#ctx0" brushRef="#br0" timeOffset="189814.78">24440 9866 678 0,'0'0'557'0,"0"0"-374"0,0 0-60 15,0 0-51-15,0 0-71 0,0 0 1 16,0 0 28-16,0 0-8 15,0 0-20-15,0 0 63 0,36 37-22 16,-30-24 31-16,1 4 215 0,-1-1-72 16,1-2-81-16,-4 3 16 0,0-1-59 15,1 1-28-15,-1 0-36 16,0 0 6-16,0-3-35 0,-3 0-122 16,3-2-43-16,-3-4-61 0,0-2-703 15,0-2 138-15</inkml:trace>
  <inkml:trace contextRef="#ctx0" brushRef="#br0" timeOffset="190017.3">24337 9986 823 0,'0'0'1010'16,"0"0"-728"-16,0 0 29 0,0 0-217 15,0 0-94-15,0 0 16 0,0 0 3 16,36-1 49-16,-17-2 3 0,7 1-39 16,0-1-28-16,0 0-2 0,-1 3-2 15,1 0 0-15,0 0-49 0,0 0-60 16,-7 0-335-16,1 0-1686 0</inkml:trace>
  <inkml:trace contextRef="#ctx0" brushRef="#br0" timeOffset="190596.53">24731 9763 277 0,'0'0'753'16,"0"0"-24"-16,0 0-342 0,0 0-86 16,0 0 127-16,0 0-155 0,0 0-40 15,0 0 52-15,0 0-158 16,0 0-127-16,-3-14-130 0,6 19 130 15,0 0 0-15,4 7 2 0,3 3 30 16,-4 4-32-16,7 2 16 0,-3 0-4 16,-4 1-12-16,4 3 26 15,-4 4 14-15,-3 0-30 0,1 5 15 0,-4 4 26 16,0 2-39-16,-4 4 20 16,-2-1 15-16,0-3-47 0,-4 0 31 15,0-6-27-15,0-4-4 0,1-5-173 16,-4-4 63-16,6-3-166 0,-6-8-776 15,4-5-594-15</inkml:trace>
  <inkml:trace contextRef="#ctx0" brushRef="#br0" timeOffset="-167153.41">14389 11776 179 0,'0'0'114'0,"0"0"-114"16,0 0-64-16,0 0-40 0,0 0 21 16,0 0 83-16,0 0 13 0,0 0-8 15,0 0-3-15,-35-10-2 16,31 8 0-16,-2 0-59 0,6 0 56 15</inkml:trace>
  <inkml:trace contextRef="#ctx0" brushRef="#br0" timeOffset="-167120.83">14341 11727 1 0,'0'0'0'0</inkml:trace>
  <inkml:trace contextRef="#ctx0" brushRef="#br0" timeOffset="-167060.09">14341 11727 92 0,'-33'-13'0'16,"33"13"-9"-16</inkml:trace>
  <inkml:trace contextRef="#ctx0" brushRef="#br0" timeOffset="-166670.28">14321 11704 75 0,'0'0'254'15,"0"0"-146"-15,0 0-107 0,0 0 81 16,0 0 641-16,0 0-537 0,0 0-14 16,0 0 147-16,0 0-147 0,0 0 9 15,16-5 104-15,-16 5-124 16,0 0-7-16,0 0 74 0,-3 0-78 16,-3 0-32-16,6 0-115 0,-4 0-3 15,-2 5-6-15,-4-1-96 16,-3 5 102-16,1 6-2 0,-5 2-49 15,4 1 49-15,-3 1 2 0,10 1-78 16,-4 4 76-16,0 0-9 0,1 3-31 16,2 1 39-16,1-4 3 0,3 2-38 15,3-2 36-15,0-1 2 0,6 0 0 16,4-2 12-16,-1-2-2 0,8-4 9 16,-1 2 7-16,6-5-4 15,-2-2-22-15,2-4 16 0,4 0-16 16,0-3-202-16,0 0 38 0,0-2-64 15,-4-1-414-15,-6-1-171 0</inkml:trace>
  <inkml:trace contextRef="#ctx0" brushRef="#br0" timeOffset="-165732.8">14744 11783 661 0,'0'0'443'0,"0"0"-218"0,0 0-30 16,0 0 88-16,0 0-111 15,0 0-16-15,0 0-14 0,0 0-138 16,0 0 25-16,0 0 142 0,10 3-35 16,-10 9-36-16,10 8 3 15,-7 1-52-15,0 3-16 0,-3 2-25 16,0-1 19-16,0-2-26 0,7-1 13 15,-4-2 16-15,0-2-32 0,0-7-48 16,4-4-6-16,-1-2-82 0,-2-3-303 16,5-2 54-16,1-6-44 0,-4-4-229 15,7 1 68-15</inkml:trace>
  <inkml:trace contextRef="#ctx0" brushRef="#br0" timeOffset="-165361.68">14815 11860 795 0,'0'0'169'0,"-29"-47"-6"16,20 27 127-16,-4 3-131 0,3 6-13 15,7 5 156-15,0 2-146 0,-1 1 3 16,-2 2 119-16,6 1-137 0,0-2-73 16,0 2-68-16,0 2-103 15,10 4 64-15,-4 5 39 0,10 0 84 16,0 4-29-16,1-5-29 0,-1-4 38 16,3 0-35-16,4-4-4 15,-7-2-25-15,13 0-19 0,-7 0-129 16,1-5 65-16,-7 0-33 0,7 0-127 15,-10-3 143-15,-4 0 58 0,1 0 42 16,-7 3 29-16,4 1-6 0,-4-2 19 16,-3 1 16-16,3-2 13 0,-3 2 39 15,0 2-13-15,0 2 28 0,0-1 80 16,0 2-29-16,0 2-51 0,0 0-125 16,0 8 0-16,0 3-13 0,0 5 13 15,0 2 3-15,0 2-3 16,4-3 16-16,-4 1 13 0,0 1 12 15,6 0-38-15,0-4 42 0,-2 2-45 16,5-2-134-16,-2-2-10 0,3-4-122 16,-4-2-318-16,7-5 16 15,-3-4-47-15</inkml:trace>
  <inkml:trace contextRef="#ctx0" brushRef="#br0" timeOffset="-165026.4">15229 11821 771 0,'0'0'619'0,"0"0"-343"0,0 0 205 16,0 0-261-16,0 0-42 0,0 0 83 16,0 0-69-16,0 0-188 0,0 0-1 15,0 0-3-15,-23 18 13 0,20 1 0 16,0 1 47-16,3-1-12 0,0-2 16 16,0 0 19-16,6-4-22 0,1-3-45 15,-1-1 32-15,4-3-48 16,0-4 3-16,6-2 19 0,-3-2-22 15,0-4 0-15,-1-3 70 0,1 0-38 16,-3-4-20-16,-3 1 64 0,-1 1-22 16,-6-4-35-16,0 1 94 15,0-2-43-15,-6 3-64 0,-7-1 66 16,-4 0-72-16,1 3-113 0,-6 0 78 16,6 5-132-16,6 1-230 15,3 2 247-15,1 3 25 0,3 0-62 16,3 0 13-16,0 3-217 0,0 0-743 15,3-1 563-15,3 0 59 0</inkml:trace>
  <inkml:trace contextRef="#ctx0" brushRef="#br0" timeOffset="-164826.22">15571 11827 2011 0,'0'0'4'0,"0"0"9"15,13 36 265-15,-13-22-74 0,0 4 35 16,-3 1-59-16,-4 0-90 0,7 1-45 16,-3-1-39-16,0-2 23 15,0-1-29-15,-4-2-16 0,7-4-32 16,0-4-135-16,0 1-240 0,0-4 12 16,0-2-187-16,0 1-464 15</inkml:trace>
  <inkml:trace contextRef="#ctx0" brushRef="#br0" timeOffset="-164612.72">15384 11797 1216 0,'0'0'303'0,"0"0"220"16,0 0-212-16,0 0-114 0,0-33 29 16,3 29-78-16,0-2-23 15,4-1-36-15,6 1-15 0,6 1-29 16,4-1-33-16,3 3 46 0,3-2-58 15,3 1 3-15,0 1-3 0,1 3 0 16,5-1-136-16,-2 0-5 0,3 2-64 16,-4-2-629-16,-6-1-492 15,-3 1 638-15</inkml:trace>
  <inkml:trace contextRef="#ctx0" brushRef="#br0" timeOffset="-164056.08">16414 11718 1755 0,'0'0'477'15,"0"0"-312"-15,0 0 26 0,0 0 92 16,0 0-106-16,0 0-81 0,-35-24-52 16,19 24 52-16,-1 0-89 0,8 5-7 15,-7 2-23-15,6 2-37 0,-3 3-94 16,3-1 135-16,4 2-33 0,-4 0-146 16,7 0 111-16,0 3-13 0,3-2-103 15,6 1 106-15,1 0 22 16,-1-3-25-16,7-1 71 0,0-2 29 15,-3 2 32-15,-1-2 39 0,4 0 14 16,-10 2-34-16,10-3-38 0,-9-2 4 16,-4-1-2-16,6-2-12 15,-3 4 16-15,0-1 2 0,-3 2-5 16,0-4 0-16,-3 2-16 0,0-2-3 16,-3-2-26-16,2-1-146 15,-2-1-75-15,-1-3-143 0,-9-7-460 16,13 1 103-16</inkml:trace>
  <inkml:trace contextRef="#ctx0" brushRef="#br0" timeOffset="-163718.12">16566 11716 1874 0,'0'0'55'0,"0"0"-32"0,0 0 165 15,39 7-97-15,-30 2-10 16,-5 3 6-16,2 5-35 0,-6-3-4 15,0 4 17-15,0-2-7 0,-6 4-13 16,-1 0 36-16,1-2-17 0,-1 2-22 16,1 0-42-16,-1-4 16 15,4-2-16-15,0-5-37 0,3-1 35 16,-3-3-14-16,3-2-51 0,3 1 38 16,0-3 3-16,4 0 13 15,6-1 13-15,3 0 16 0,0-2 0 16,0-4 39-16,7 2 0 0,-7 2 25 15,-3 1 23-15,3 0-29 0,-10 0-26 16,10 1 0-16,-6 0-48 0,-3 0-20 16,-7 1 17-16,6 0 3 0,1 1-89 15,-7 0 66-15,3 1-63 0,0 2-162 16,0-4 12-16,-3 0-159 0,0-1-430 16,0 0 401-16,0-1-62 0</inkml:trace>
  <inkml:trace contextRef="#ctx0" brushRef="#br0" timeOffset="-163452.95">16792 11813 408 0,'0'0'987'0,"0"0"-756"15,0 0-29-15,0 0 15 0,0 0-165 16,0 0-50-16,0 0 19 0,0 0 63 16,0 0 84-16,32 34 178 15,-25-16-205-15,-1-2-28 0,4-2 69 16,-4-3-38-16,4-3-45 0,0-1-74 15,3-3 29-15,0 0-54 0,0-4 19 16,-4 0 7-16,4-4 9 0,-3-1-35 16,0-1 82-16,-4-4-31 0,4-2-51 15,-4-2 72-15,-3 0-72 0,1 2 22 16,-4-2-53-16,-7-1-14 0,-2 0-297 16,-4 2-103-16,6 2-255 0,-3 1-797 15,7 6 832-15</inkml:trace>
  <inkml:trace contextRef="#ctx0" brushRef="#br0" timeOffset="-163077.59">17070 11759 361 0,'0'0'440'16,"0"0"-134"-16,39 18 384 0,-30-6-313 16,-2 0-38-16,-1 5 196 15,-3 3-286-15,4-2-61 0,-4 1-30 16,0 1-44-16,-3-4-114 0,0-2 19 15,0 1-54-15,4-7 35 0,-4-2-266 16,0-2 75-16,0-2-29 0,6-2-134 16,-3 0 261-16,4-5 54 0,2-6 0 15,-2-4-3-15,3-4-55 0,-7 1-227 16,3 0 169-16,1-3 86 0,-1 0-28 16,4 2 32-16,3 2-59 0,0 5 37 15,-7 0 67-15,7 7 20 16,-6 2 33-16,-4 3 58 0,3 0-26 15,-2 6 172-15,2 3-55 0,0 8 15 16,-2 5 230-16,-1 1-285 0,-3 1-72 16,0-1-28-16,0 2 3 15,0-1-45-15,0-1-5 0,3-1 3 16,0-1-57-16,-3-5-347 0,0-3-158 16,0-8-582-16</inkml:trace>
  <inkml:trace contextRef="#ctx0" brushRef="#br0" timeOffset="-162858.42">17073 11719 2616 0,'0'0'421'0,"0"0"-379"0,0 0-26 0,0 0-16 15,0 0-68-15,0 0 68 0,32-5 42 16,-6 0-39-16,-6 1 26 16,12 3-29-16,-6 1-18 0,6 0 18 15,-3 0 0-15,3 0-125 0,-2 1-91 16,-5 0-505-16,-2 0-1300 0</inkml:trace>
  <inkml:trace contextRef="#ctx0" brushRef="#br0" timeOffset="-162499.58">17603 11782 889 0,'0'0'1232'0,"0"0"-1180"0,0 0 74 16,0 38 39-16,-7-27-136 16,4-1-29-16,0 1-3 0,0 1 2 15,-4 1-25-15,4 0-28 0,0 3 53 16,3-2 1-16,0 3 61 0,0-2-12 16,0-1 18-16,3-1 11 15,7-3-62-15,-4 1-3 0,4-5-3 16,6-1 25-16,0-2-16 0,0 0 7 15,-3-3 9-15,3 0-22 0,0-1-3 16,-3-3 13-16,4-2-23 0,-8 1-39 16,-2 1-87-16,-7-2-371 0,9 3-739 15,-9 0 591-15</inkml:trace>
  <inkml:trace contextRef="#ctx0" brushRef="#br0" timeOffset="-162313.67">17600 11909 1436 0,'0'0'472'0,"0"0"-242"0,51 8-78 15,-31-8 13-15,-4 0-36 0,3 0-77 16,-3-5-29-16,0 0-19 0,-3-3-4 16,-3 1-113-16,-3 1-1218 15</inkml:trace>
  <inkml:trace contextRef="#ctx0" brushRef="#br0" timeOffset="-162050.7">17722 11793 1222 0,'0'0'222'0,"0"0"-128"0,49-8 212 16,-30 5-108-16,4-4 48 0,-4 4 90 15,4-2-181-15,-1 3-42 16,-5 1-40-16,2 1-31 0,-9 0-42 15,6 4-11-15,-3 1 11 0,-7 1 0 16,-3 3 1-16,-3 3 9 16,0 1 35-16,-3 4 16 0,-3 0 124 15,-1-2 41-15,1-2-43 0,-4-1-97 16,4-2-86-16,2-5-70 0,-2 2 51 16,-1-7-142-16,7 0-311 15,0 0 148-15,-3-9-96 0,3-4-759 16,3 1 170-16</inkml:trace>
  <inkml:trace contextRef="#ctx0" brushRef="#br0" timeOffset="-161882.95">17981 11843 417 0,'0'0'486'0,"32"20"120"16,-9-6-125-16,-7 0-141 0,-3 1 32 15,0-4-231-15,0-3 4 0,-1-2-11 16,-2 0-54-16,3-5-19 0,-3-1-20 16,-1-3 39-16,-2-2-20 0,3-5-28 15,-4-1 63-15,1-1-41 16,-4-4-51-16,0 1 48 0,-3 2-51 15,0-1-152-15,0 1 66 0,-3-4-217 16,0 4-634-16,-1 3-406 16</inkml:trace>
  <inkml:trace contextRef="#ctx0" brushRef="#br0" timeOffset="-161389.24">18811 11816 1264 0,'0'0'354'0,"0"0"-341"0,-29 48 56 0,16-26 31 15,0 1-18-15,-3-3 22 16,3 0 32-16,-3-1-117 0,6-4-19 15,0-1-305-15,4-9-147 0,3-1-79 16</inkml:trace>
  <inkml:trace contextRef="#ctx0" brushRef="#br0" timeOffset="-161201.02">18850 11772 1270 0,'0'0'254'0,"0"0"-215"0,0 0 130 15,0 0 81-15,38 31 97 0,-28-11 121 16,0 4-243-16,-1-2-59 0,-2-2-73 16,3 1-39-16,-1-2-54 0,1-3 0 15,0-1-19-15,-1 1 19 0,1-6-304 16,-4-3 22-16,-2-1-122 0,-1-4-938 16</inkml:trace>
  <inkml:trace contextRef="#ctx0" brushRef="#br0" timeOffset="-161000.83">18762 11886 2108 0,'0'0'113'16,"36"8"114"-16,-17-4 240 15,4 4-316-15,-1-3-42 0,4 3-26 16,-6-4 19-16,9 4-90 0,-7 1 14 15,1-4-45-15,0 2 19 0,-1-3-304 16,-6 0 57-16,0-2-185 0,-3-2-1109 16</inkml:trace>
  <inkml:trace contextRef="#ctx0" brushRef="#br0" timeOffset="-160829.73">19076 11792 1342 0,'0'0'725'0,"0"0"-431"0,0 0 0 16,45 43-33-16,-32-26-78 0,0-6-94 15,0 1-53-15,0-1-33 0,-1-5-6 16,5-1-100-16,-8-3-417 0,7-2 8 16,-3 0-307-16</inkml:trace>
  <inkml:trace contextRef="#ctx0" brushRef="#br0" timeOffset="-160659.2">19302 11752 1252 0,'0'0'1004'15,"0"0"-784"-15,0 0 15 0,-36 25 116 16,23-2-131-16,-3 4-61 0,3 0 3 16,0 0-23-16,10 1-114 0,-10-4 16 15,13-1-75-15,0 0 34 16,0-3-301-16,0-6 59 0,7-1-188 15,-1-5-960-15</inkml:trace>
  <inkml:trace contextRef="#ctx0" brushRef="#br0" timeOffset="-160259.98">20019 11741 703 0,'0'0'489'0,"0"0"-395"16,0 0 134-16,22 44 263 15,-18-19-274-15,2 5 13 0,-6 2 141 16,0-2-175-16,-3-1-71 0,0-1-84 15,3-2-41-15,0-3-9 0,0-8-421 16,0-4-113-16,0-3-899 0</inkml:trace>
  <inkml:trace contextRef="#ctx0" brushRef="#br0" timeOffset="-160045.16">19919 11713 2264 0,'0'0'133'16,"0"0"3"-16,55-14 318 0,-33 12-275 15,4-1-29-15,-3 2-29 0,2 1 0 16,-5-1-112-16,6 1 16 0,-7 0-50 16,-6 2-3-16,0 3-295 0,-7 1 118 15,-2 4-71-15,-4 2-523 16,-4-5 15-16</inkml:trace>
  <inkml:trace contextRef="#ctx0" brushRef="#br0" timeOffset="-159933.06">19983 11860 1261 0,'0'0'137'0,"0"0"-135"0,0 0 2 16,49 4 12-16,-27-7-3 0,1-2 11 15,3 1-23-15,0 1 1 16,-1 0 5-16,1 3-7 0,-10 0-362 15</inkml:trace>
  <inkml:trace contextRef="#ctx0" brushRef="#br0" timeOffset="-159654.16">20290 11918 249 0,'0'0'414'0,"0"0"202"0,0 0-297 16,0 0-79-16,3 33-3 0,-3-30-188 16,0-1-36-16,0-2-10 15,0-3-3-15,4-9-19 0,2-8-199 16,4-4 192-16,-4-2 26 0,4-2 100 15,-4 3 65-15,4-4-32 0,3 4 55 16,0 5-78-16,3 5 19 0,0 7 202 16,0 2-95-16,-3 5-80 0,3 2-54 15,-3 9 6-15,0 3-26 0,-3 5 12 16,0 2 45-16,-4 5-86 0,0 3-34 16,-2-2 54-16,-1 3-73 15,0-4 34-15,4-1-28 0,-4-1-6 16,0-2-157-16,4-1 126 0,-4-6-114 15,-3-6-337-15,0-1 169 0,0-2-73 16,0-2-629-16,0-1-190 16</inkml:trace>
  <inkml:trace contextRef="#ctx0" brushRef="#br0" timeOffset="-159497.64">20326 11818 1228 0,'0'0'878'16,"42"-2"-859"-16,-17-1 33 0,1 0-23 16,3 1-29-16,0 1-87 0,4 0-163 15,-11 1-336-15,1 0-157 0</inkml:trace>
  <inkml:trace contextRef="#ctx0" brushRef="#br0" timeOffset="-159188">20829 11765 975 0,'0'0'339'0,"0"0"-154"16,0 0 46-16,-42-22-7 0,26 17-78 15,3 0 52-15,0 2 206 0,4 2-211 16,-1 1-7-16,-3 0 31 0,4 0-77 16,-1 2-32-16,3 1-73 15,1 1 31-15,3-1-66 0,-1 5-117 16,4 4 95-16,0 2-22 0,4 4-87 15,5-3 131-15,1 0 0 0,9-1-7 16,-2-1 7-16,-1 0 0 0,0 1 3 16,3-1 0-16,-6 1-3 0,0-1-17 15,-6-1 17-15,-1-1 0 0,-3-5-57 16,-3 1 57-16,0-2 0 0,0 3-114 16,-6-2 40-16,-1 1-54 15,1-1-204-15,-4-3 93 0,0-3-133 16,-2-2-855-16,2-7 455 0</inkml:trace>
  <inkml:trace contextRef="#ctx0" brushRef="#br0" timeOffset="-158946.09">20926 11784 1955 0,'0'0'269'16,"0"0"16"-16,0 0 102 15,26 33-179-15,-26-13-42 0,0 1-64 16,0 1-22-16,0-4-80 0,0 4 32 15,0-2-20-15,0-4-12 0,0 5-12 16,0-8 12-16,7-1 0 0,2-1-7 16,1-2 7-16,-4-3 0 0,11 0-94 15,-4-6 53-15,3 0-58 0,0-1-238 16,-3-9 22-16,3 3-252 0,-6-3-649 16,-4 3 408-16</inkml:trace>
  <inkml:trace contextRef="#ctx0" brushRef="#br0" timeOffset="-158776.3">21004 11907 855 0,'0'0'1257'0,"0"0"-717"0,0 0-289 16,42 18-61-16,-26-17-40 15,0-1-58-15,-3-1-92 0,3-4-19 16,-3-1-89-16,-3-1-120 0,-4-2-588 15,1 5-200-15,-4-4 30 0</inkml:trace>
  <inkml:trace contextRef="#ctx0" brushRef="#br0" timeOffset="-158292.2">20997 11749 957 0,'0'0'1086'15,"0"0"-788"-15,0 0-262 0,0 0 57 16,0 0 40-16,55-6-65 0,-29 6-59 15,3 2-9-15,-3 2-32 0,0 0-13 16,0-1 2-16,0 2 43 16,-1 0 0-16,1 1-23 0,-3-1-142 15,3 2-130-15,-4 1-338 0,-6-3 170 16,-3 4 164-16,-6 0 2 0,-1 0 297 16,-6 2 293-16,0 6 570 15,-3-4-375-15,-3 5-177 0,-1-2-127 16,-6 5-148-16,4-4-17 0,-1 2-19 15,0 0 0-15,0-4-47 0,4-2-134 16,3-5 54-16,0-3-18 0,-4-2-154 16,7 0 91-16,0-3 32 0,0-3 95 15,7-8 81-15,-4-8 9 0,3-3 66 16,4-2-42-16,-7-4-10 0,0 7-23 16,7 1-62-16,0 3-94 15,6 9 51-15,0 5 105 0,3 3 261 16,-2 7 334-16,5 4-239 0,1 8-68 15,3 0 133-15,-4 0-156 0,4 3-80 16,0-6-33-16,0 0-7 16,0-5-35-16,-1-6-41 0,1-2 92 15,-3-3-62-15,-4-3-80 0,1-3 99 16,-1-4-37-16,-6-5-78 0,0 1 120 16,-7-1-76-16,-2-2-26 15,-4-3 87-15,0-2-108 0,-7-4-77 16,-3-2 62-16,-6-6-149 0,-6-1-476 15,-1 1 19-15,0 2-405 0,7 11-730 16</inkml:trace>
  <inkml:trace contextRef="#ctx0" brushRef="#br0" timeOffset="-157654.09">22296 11821 75 0,'0'0'766'0,"0"0"375"16,0 0-1027-16,0 0 12 15,48 9 52-15,-22-8-136 0,3-1-42 16,0 0-26-16,0 0-132 0,0-2-199 15,-6-1-932-15</inkml:trace>
  <inkml:trace contextRef="#ctx0" brushRef="#br0" timeOffset="-153355.71">23000 11743 871 0,'0'0'602'16,"0"0"-469"-16,0 0-38 0,0 0 106 16,0 0-58-16,0 0 13 15,26 43 44-15,-20-23-96 0,1 2-7 16,-4-1-1-16,0-4-47 0,-3 3-40 15,3-7-9-15,-3 3 0 0,4-5-32 16,-4-4-107-16,0 0-15 16,0-4-21-16,0-1-250 0,0-2 129 15,0 0 26-15,0-3-333 0,0-4 39 16</inkml:trace>
  <inkml:trace contextRef="#ctx0" brushRef="#br0" timeOffset="-153185.62">22981 11721 1024 0,'0'0'521'16,"0"0"-216"-16,0 0 20 0,0 0 44 16,0 0-202-16,35-22 39 0,-16 21 124 15,4-2-148-15,0 2-90 0,-1 0-89 16,1 0 48-16,-4 0-51 0,1 1-97 16,-4 0 24-16,-3 0-102 0,-4 1-277 15,-5 1 133-15,-1 2-80 16,-3-2-847-16,-3 5 432 0</inkml:trace>
  <inkml:trace contextRef="#ctx0" brushRef="#br0" timeOffset="-152906.52">23000 11800 1340 0,'0'0'289'0,"39"-10"-58"16,-17 4-78-16,-2-2-66 0,-1 4-38 15,0-2-49-15,1 2-101 0,-4 3-295 16,0 1 123-16,4 0 51 0,-8 6 27 16,5 1 195-16,-5 5 10 0,1-1 133 15,-3 5-84-15,0 0 2 0,-4 1 8 16,-3 0-30-16,4 0-10 0,-4-3 69 16,-3-2-23-16,0-5-33 15,0-1 4-15,0-4-46 0,0 2-79 16,0 0-409-16,0-3 51 0,-3-2-81 0</inkml:trace>
  <inkml:trace contextRef="#ctx0" brushRef="#br0" timeOffset="-152636.16">23310 11751 373 0,'0'0'583'16,"0"0"-104"-16,39-22 155 16,-26 21-381-16,0 1-37 0,-4 1 167 15,-2 3-161-15,-1 1-50 0,1-2-121 16,-4 5-29-16,-3 0-22 0,0 5-108 15,0 2 60-15,-7 0-45 0,-2-2-218 16,-4 0 79-16,-3-2-4 0,3-2-23 16,0-2 207-16,3-2 49 0,0 0-59 15,4-5 43-15,3 1 19 0,0 0 30 16,3 0-30-16,-4-1 0 0,4 1 0 16,4 0 85-16,2 0 54 15,0 5 162-15,4-1-146 0,3 3-17 16,-3 2 4-16,3 2-62 0,0-2-71 15,-4 0-5-15,-2-2-8 0,-1-2-24 16,1-1-246-16,-4-1 16 16,3-1-114-16,1-2-629 0,-1 1 407 15</inkml:trace>
  <inkml:trace contextRef="#ctx0" brushRef="#br0" timeOffset="-152426.11">23559 11747 1087 0,'0'0'563'0,"0"0"-121"16,0 0-212-16,0 0-4 0,13 36 119 15,-10-18-147-15,-3 3-54 0,0-2-61 16,0 0-29-16,3-3-54 0,-3-3-105 16,3-3 9-16,-3 0-105 15,4-5-383-15,-1-2 4 0,0 0-74 16</inkml:trace>
  <inkml:trace contextRef="#ctx0" brushRef="#br0" timeOffset="-152147.41">23730 11756 483 0,'0'0'365'15,"0"0"-365"-15,0 0 1 0,0 0 54 16,0 0 118-16,0 0 107 0,-23 40 185 15,23-30-316-15,0-3-9 0,7 0 90 16,2 2-120-16,8 2-13 0,-1-1 38 16,-3-2-44-16,0-2-21 0,-7-1-5 15,0 3-11-15,1 2-15 0,-4 1-36 16,0 3 42-16,-3-1-26 0,0-1-13 16,-3-3-2-16,-3-1-4 15,2-5-197-15,1 0 91 0,-3 2-13 16,3-4-78-16,-4-1 70 0,4 0-122 15,3-12-668-15,0 3 311 0,0-6 45 0</inkml:trace>
  <inkml:trace contextRef="#ctx0" brushRef="#br0" timeOffset="-152013.45">23917 11761 475 0,'0'0'580'16,"0"0"-98"-16,0 0 109 15,0 0-315-15,0 0 24 0,33 35-65 16,-30-13-133-16,-3 1-18 0,0-1 8 15,0-4-25-15,3-1-67 0,-3 0-38 16,0-6-52-16,3 0-95 0,-3-5-473 16,0-4-69-16,0 0 43 0</inkml:trace>
  <inkml:trace contextRef="#ctx0" brushRef="#br0" timeOffset="-151836.1">23853 11695 450 0,'0'0'2081'0,"0"0"-1988"16,38-11 91-16,-15 9 53 0,0 1-109 15,2 1-32-15,5 0-96 0,-1 1-16 16,3 1-153-16,0 1-436 0,-6 1-160 16,3-4-265-16</inkml:trace>
  <inkml:trace contextRef="#ctx0" brushRef="#br0" timeOffset="-151260.64">24650 11677 1023 0,'0'0'247'0,"0"0"53"0,0 0-105 16,0 0-43-16,0 0 59 0,0 0-36 16,0 0 55-16,0 0 98 15,-32-7-116-15,32 7-30 0,-3-1-22 16,3 0-46-16,0 1-95 0,0-2 16 15,6 0-13-15,7 1 48 0,3 0-29 16,4 1 60-16,-1 0-35 0,1 4-41 16,-8 3 72-16,1 1-97 0,-6 2 48 15,-1 2-26-15,1 0-22 0,-7 2 28 16,0 1 19-16,-3 1-47 0,-7-2 31 16,-3 2-31-16,0-1 0 15,-3-1-47-15,0-1 29 0,0-1 18 16,3-3-172-16,0-2 170 0,3-4-25 15,4-2-67-15,2-1 92 0,4 1 2 16,0-1-78-16,0 0 77 16,4-1-29-16,5-2 30 0,7-3 31 15,1 2 42-15,-1 0-64 0,0 1 76 16,3 3-32-16,-3 0-46 16,4 0 74-16,-4 2-81 0,3-2 10 15,-3 0-10-15,1 1 0 0,-1-1-147 16,-3-3 100-16,0 0-107 0,-4-1-304 15,1-1 77-15,-7 2-200 0,4-3-970 16,-7 4 811-16</inkml:trace>
  <inkml:trace contextRef="#ctx0" brushRef="#br0" timeOffset="-151015.37">24899 11677 1779 0,'0'0'464'0,"0"0"-260"0,0 0-137 0,36-5-5 15,-17 2 55-15,7-2-24 0,-4 1-41 16,4-2-33-16,-6 4 29 16,2 1-12-16,-6 1 12 0,1 0 22 15,-4 3-34-15,-4 3-17 0,-2-2 54 16,-1 2 4-16,-3 1 22 0,1 4 25 16,-4 5-23-16,0 1-82 15,-4 2 54-15,1 2-73 0,0 1 32 16,0-2-13-16,-4 3-19 0,4-3 31 15,3 0-31-15,-3 0 0 0,3-2-110 16,0-2 53-16,0-1-127 0,0-5-376 16,0-1 47-16,0-6-234 0</inkml:trace>
  <inkml:trace contextRef="#ctx0" brushRef="#br0" timeOffset="-150826.47">25067 11756 2445 0,'0'0'714'0,"0"0"-447"16,0 0-105-16,0 0-114 0,0 0 56 15,32-11-76-15,-12 10 1 0,2 1-58 16,1 0-8-16,0 0-384 16,-1 0 91-16,1 0-246 0,-4 1-1458 15</inkml:trace>
  <inkml:trace contextRef="#ctx0" brushRef="#br0" timeOffset="-148740.7">11201 8140 101 0,'0'0'170'0,"0"0"-43"0,0 0 179 16,0 0-162-16,-42 16 22 15,39-14 114-15,-3-1-137 0,-4 0 0 16,3 0 82-16,4 2-21 0,-3-2-25 16,-1-1 76-16,7 0-103 0,-3 1-10 15,3-1-4-15,0 0-86 16,0 0-52-16,0 1-126 0,0 0 85 16,3 1 41-16,-3 4 18 0,13-1 43 15,0 4-3-15,10-2 28 0,-1-1 17 16,-2 1-17-16,12-5-6 0,3-2 16 15,1 0-29-15,0-3-23 0,6-4 33 16,0 0-77-16,-4 2-11 16,1-2 9-16,-3 0-79 0,-4-2-398 15,-10 1-182-15,-5-3-785 0</inkml:trace>
  <inkml:trace contextRef="#ctx0" brushRef="#br0" timeOffset="-145591.2">25616 11734 316 0,'0'0'180'0,"0"0"6"0,0 0 169 16,0 0-147-16,0 0 27 0,0 0 155 16,0 0-215-16,0 0-10 15,20-7 107-15,-17 5-101 0,-3 0 6 16,0 1 135-16,0 0-54 0,0-2-30 15,0 1 15-15,-3 1-80 0,-4-1-163 16,-3 2 10-16,-6 2-35 16,-3 6 25-16,3 3-104 0,-4 4 92 15,4-2 12-15,0 3-73 0,3 2 73 16,3 2 0-16,4-3-30 16,-1 1 29-16,7-3 1 0,0-2-79 15,4-4 60-15,5 0 7 0,1-4-128 16,3-1 140-16,3-4-38 0,0-7-35 15,0-1 54-15,4-4 19 0,-7-2-86 16,3 2 86-16,-6-2-19 0,-1 1-10 16,-5 3 29-16,-1 0 39 0,-3 1-27 15,0 7 61-15,3-3-41 0,-3 2-29 16,0 1 90-16,0 0 2 16,0 1 15-16,0 1 41 0,0 0-141 15,0 0 18-15,-3 2-30 0,3 6 2 16,-3 4-44-16,3 2 44 0,0-2 0 15,0-2-6-15,3 0 4 16,0-3 2-16,0-1-130 0,0 2 118 16,4-4-74-16,-4 1-183 0,4-2 132 15,-1-3-171-15,1 0-580 0,2-6 154 16,-6 1 66-16</inkml:trace>
  <inkml:trace contextRef="#ctx0" brushRef="#br0" timeOffset="-145181.52">25755 11774 267 0,'0'0'848'0,"0"0"-545"0,0 0 48 0,0 0 19 0,0 0-134 0,0 0-77 0,23 50 96 16,-17-24-117-16,-6 0-45 0,3 0-3 15,-3 2-14-15,4-2-31 0,-1 3-45 16,3-3 32-16,1-1-32 16,-1-1-43-16,1-3 41 0,-4-2-44 15,0-8-213-15,0-3 79 0,1-4-11 16,-4-3-32-16,0-1 204 0,0-4 19 15,0-6 149-15,0-7-94 16,-7-4-26-16,4-3-20 0,-7-1 17 16,-3 1-13-16,0-6-13 0,0 1-19 15,4-2-23-15,2 0-110 0,7 3 152 16,3 5 6-16,7 2 98 0,0 7-1 16,0 1 36-16,2 1 105 15,5 2-74-15,2 2-55 0,0-2-29 16,1 5 19-16,-1 1-16 0,1 3-22 15,-11 1 37-15,1 1-75 0,-4 3-1 16,-2 1 13-16,2 3-41 0,-6 6 31 16,0-1 23-16,0 2-20 0,-6-1-15 15,-4-1 47-15,-3-1-66 0,-3-2 19 16,3-1-22-16,-3-2 3 16,3-4-182-16,-3 0 119 0,3-3-73 15,0-2-233-15,3-3 145 0,0-1-78 16,7 0-562-16,3-2 93 0,0 4 77 15</inkml:trace>
  <inkml:trace contextRef="#ctx0" brushRef="#br0" timeOffset="-144875.6">25981 11751 245 0,'0'0'544'0,"0"0"153"16,0 0-362-16,32 28-160 0,-25-14 117 15,-1-7-146-15,-2-1-17 0,-1-3 16 16,-3 4-68-16,6-3-32 0,-3-1-41 15,1 1 25-15,-1-2-26 0,0-2-3 16,0 0 32-16,4-1-26 0,3-6-6 16,-1-2-41-16,7-2 15 0,1 2-16 15,-5 0 42-15,-2 1 0 0,-3 5-23 16,-1 3 23-16,-3-1 13 16,1 1-9-16,-1 0 28 0,0 1-31 15,0 9 25-15,0 3 57 0,1 1-22 16,-1 3-51-16,-3-4 47 0,0-3-57 15,0-5 20-15,0 1-20 16,0-3 0-16,0 1-51 0,-3 0 32 16,3 0-61-16,-4-4-232 0,4 0 18 15,-3 0-199-15,3 0-1328 0</inkml:trace>
  <inkml:trace contextRef="#ctx0" brushRef="#br0" timeOffset="-144509.14">26375 11521 2090 0,'0'0'528'0,"0"0"-300"16,0 0-32-16,0 0 28 0,0 0-7 15,0 0-167-15,0 0-50 0,0 0-3 16,0 0 3-16,-6 49 13 0,6-17 107 16,0 1-41-16,3 0-66 15,0 3 72-15,-3-1-85 0,3 0 9 16,1-2-12-16,2-3 3 0,-3-6-183 15,1-5 95-15,-1-2-141 0,0-7-477 16,-3-4 186-16,0-2-52 0,0-4-490 16</inkml:trace>
  <inkml:trace contextRef="#ctx0" brushRef="#br0" timeOffset="-144337.83">26210 11647 2366 0,'0'0'490'0,"0"0"-233"16,0 0 87-16,0 0-195 16,0 0-142-16,0 0-4 0,0 0-6 15,26-34-48-15,-13 29-302 0,0 0-32 16,0 2-423-16</inkml:trace>
  <inkml:trace contextRef="#ctx0" brushRef="#br0" timeOffset="-144039.59">26617 11313 528 0,'0'0'385'0,"0"0"-170"15,0 0 26-15,0 0-36 0,0 0 10 16,26 42 70-16,-13-21-129 16,0 4-4-16,3 5 113 0,-3 4-101 15,0 6-19-15,0 7 18 0,0 4-25 16,-3 4-33-16,-4 5-35 16,-3-1 16-16,-3-1-58 0,0-7-18 15,0-8 34-15,-3-5-44 0,0-5-41 16,-7-2 38-16,4-5-74 0,-7-4-334 15,0-1 74-15,0-8-187 0,0-3-1011 16</inkml:trace>
  <inkml:trace contextRef="#ctx0" brushRef="#br0" timeOffset="-130674.23">14893 12308 435 0,'0'0'163'0,"0"0"-127"0,0 0 729 15,0 0-498-15,0 0-114 0,0 0-7 16,0 0-114-16,0 0-12 0,6 2 126 15,-2 0-33-15,-1 2-12 0,3 0 28 16,1 5-71-16,-1 3-10 0,4 3 1 16,-4 6-4-16,1 1-13 15,-4 0-25-15,-3-1 15 0,7-3-22 16,-4-2-15-16,0-3 15 0,-3-4-19 16,3-6-123-16,-3-1 22 0,0 0-58 15,0 0-425-15,7-2 76 0,-4-3 22 16</inkml:trace>
  <inkml:trace contextRef="#ctx0" brushRef="#br0" timeOffset="-130316.7">14925 12364 191 0,'0'0'255'0,"0"0"-76"0,-26-38-71 16,20 31-27-16,6 3 131 0,0-1-36 16,0 2 26-16,6 0 149 15,1-5-172-15,3 4-14 0,6-3 72 16,0 4-124-16,3 1-16 0,-3 2 19 15,4 0-55-15,-4 0-22 0,0 1-30 16,0 2 17-16,-3-3-16 0,3 0-7 16,0 1 13-16,-3-1-16 0,4 0 2 15,-5 0 8-15,-2 0-10 16,3-1-42-16,0-2 42 0,-7 0-39 16,4 0-54-16,-3 3 48 0,-4-1 25 15,3 1-31-15,-3 0 28 0,4 0-3 16,-1 0-32-16,-6 0 58 0,10 2-2 15,-3 2 2-15,-7 0 3 0,6-1 10 16,-3 4 24-16,4 0-8 16,-1 6-3-16,1-1-13 0,-4 3 16 15,3-1-13-15,1 0-10 0,-4-3 13 16,7-2-19-16,-4 2-29 0,1-2-49 16,-1-4-197-16,1 1-882 15,-4-5 73-15</inkml:trace>
  <inkml:trace contextRef="#ctx0" brushRef="#br0" timeOffset="-129997.95">15510 12273 846 0,'0'0'387'16,"0"0"-107"-16,0 0 26 0,0 0-186 15,0 0-29-15,0 0 19 0,0 0-64 16,0 0 9-16,0 0 22 0,0 0-31 16,0 3 15-16,0 4 52 15,0 3-32-15,-7 5-17 0,1 3 1 16,-1 1-7-16,1 2-29 0,0-1-26 15,-4 0 36-15,7 0-39 0,-4-2-33 16,1 0 17-16,6-5-38 0,-4-2-111 16,4-6-29-16,0-2-68 0,0-1-449 15,0-2 173-15,0-3-84 16</inkml:trace>
  <inkml:trace contextRef="#ctx0" brushRef="#br0" timeOffset="-129787.2">15523 12291 63 0,'0'0'756'0,"0"0"-59"0,0 0-427 16,0 0-110-16,0 0 99 0,0 0-117 15,0 0-41-15,19 34 47 0,-9-16-19 16,-4 0-26-16,4-1-26 16,-4-1-16-16,7-1-61 0,-3-3-1 15,3 2-1-15,0-3-37 0,-3 1-361 16,6-5-24-16,-10-3-242 0,1 1-628 15</inkml:trace>
  <inkml:trace contextRef="#ctx0" brushRef="#br0" timeOffset="-129606.99">15526 12366 930 0,'0'0'739'16,"0"0"-566"-16,0 0 67 0,0 0-107 16,42 11-14-16,-23-8 4 0,-2 1-90 15,2-2-33-15,0-1-25 0,-3 1-121 16,4-2-252-16,-7 0-1107 0</inkml:trace>
  <inkml:trace contextRef="#ctx0" brushRef="#br0" timeOffset="-129296.39">15852 12273 1126 0,'0'0'345'0,"0"0"-65"15,0 0 86-15,7 33-242 0,-7-21-27 16,3 0-7-16,-3 7-73 15,0-4-11-15,0-2-5 0,0-1-2 0,0 2 1 16,-3 0-10-16,3-2-3 16,0-1-16-16,0-1-36 0,3-3 53 15,-3 0 10-15,0-3-12 0,0 1 14 16,6-2-19-16,1 0 19 16,-4 4 12-16,4-5 17 0,2 1 33 15,1-2-40-15,6 1 14 0,-3-2-7 16,3 0-16-16,0 0-13 0,-3 0-185 15,-3 0-291-15,3 0-504 0</inkml:trace>
  <inkml:trace contextRef="#ctx0" brushRef="#br0" timeOffset="-128931.08">16233 12288 258 0,'0'0'1327'0,"0"0"-976"0,0 0-63 15,0 0-74-15,0 0-11 0,0 0 61 16,0 0-129-16,13 45-39 0,-9-26 22 16,-4 0-9-16,0-3-26 15,0 5-49-15,0-1 36 0,0-4-70 16,0 2-60-16,0-5 38 0,3 1-109 16,-3-4-346-16,0-5 68 0,3-1-278 15,-3-3-991-15</inkml:trace>
  <inkml:trace contextRef="#ctx0" brushRef="#br0" timeOffset="-128749.04">16149 12350 280 0,'0'0'962'16,"0"0"-708"-16,52-6-39 0,-29 5 119 15,6-1-169-15,3 2-61 0,-3 0-104 16,10-2-12-16,3 1-117 0,-16-2-834 16,6 1-247-16</inkml:trace>
  <inkml:trace contextRef="#ctx0" brushRef="#br0" timeOffset="-128135.75">16695 12261 307 0,'0'0'1121'15,"0"0"-858"-15,0 0-36 0,7 33 88 16,-4-12-111-16,-3 1-17 0,3 0 48 15,-3 1-106-15,0 1-46 0,7-2-19 16,-1-4-29-16,-3 1-35 0,-3-7-38 16,10-3 25-16,-7-5 13 0,0-2-93 15,4 0 93-15,-1-2-22 16,7-4 22-16,-3-8 25 0,6-1 75 16,0-5 34-16,0 1-23 0,-3-1-56 15,3 2-46-15,-6-3 4 16,6 6-13-16,0-2-96 0,-6 3 71 15,3 1-42-15,-10 3-128 0,7 1 108 16,-7 4-28-16,-3 2-211 0,3 0 9 16,-3 0-169-16,0 1-462 0,-3 0 391 15</inkml:trace>
  <inkml:trace contextRef="#ctx0" brushRef="#br0" timeOffset="-127974.16">16876 12361 885 0,'0'0'768'16,"0"0"-456"-16,0 0-49 0,0 0 41 15,7 40-159-15,2-27-39 0,1 3 16 16,3-3-54-16,-7-2-68 0,10-5 19 16,-3 0-41-16,0-1 15 15,0-3-266-15,0-2-44 0,-3-4-205 16,0 1-911-16</inkml:trace>
  <inkml:trace contextRef="#ctx0" brushRef="#br0" timeOffset="-127522.74">17105 12330 447 0,'0'0'971'0,"0"0"-743"16,10 47-40-16,-10-33 78 0,3 1-159 16,-3-4-39-16,0 1-27 15,0-2-41-15,0-3-28 0,0-1-221 16,0-1-11-16,0-4-17 0,0 0-149 15,0-1 286-15,0-2 91 0,0-8 49 16,7-4 72-16,-1-2 12 0,-3-3 60 16,4-1-4-16,-1 2 26 15,4-1 6-15,0-1-117 0,3 6 23 16,0 1 273-16,0 2-11 0,-4 2-5 16,1 4 85-16,-4 2-216 0,1 1-65 15,-4 2-56-15,-3 0 11 0,7 4-40 16,-4-1-51-16,-3 1 76 0,0 5-79 15,-3 0-117-15,-4 5 73 16,-9-2-38-16,9-1-146 0,-2 1 145 16,-4-2-16-16,3 2-106 0,4-1 122 15,-4 0-7-15,4 1-103 0,-1-3 102 16,1-3 59-16,6 1 2 16,0-1 30-16,0 0 49 0,0 1 102 15,0 2 7-15,9 6 9 0,1-3-14 16,0 1-6-16,-4-3-58 0,4-5-86 15,3 2 39-15,0-2-42 0,0-1-146 16,0-3-77-16,-4-1-198 0,4-1-1146 16</inkml:trace>
  <inkml:trace contextRef="#ctx0" brushRef="#br0" timeOffset="-127311.91">17461 12314 706 0,'0'0'1436'0,"0"0"-1141"0,3 39-69 0,-3-17 79 16,-3-1-163-16,-4-1-75 0,7 0-67 15,0 0-13-15,0-2-96 0,0-3-448 16,0-4-477-16,0-2-331 0</inkml:trace>
  <inkml:trace contextRef="#ctx0" brushRef="#br0" timeOffset="-127012.64">17706 12320 1341 0,'0'0'410'0,"-10"35"-154"0,10-14 175 15,-3-1-224-15,3-4-53 0,0 4-54 16,0-4-71-16,0 1-29 0,3-2-270 16,-3 1-128-16,4-8-610 15</inkml:trace>
  <inkml:trace contextRef="#ctx0" brushRef="#br0" timeOffset="-126768.68">17629 12282 1235 0,'0'0'1249'15,"0"0"-1100"-15,0 0-69 0,0 0 43 16,0 0-20-16,0 0-75 0,0 0-15 16,48-20-13-16,-29 19 0 0,-6 1-10 15,10 0 10-15,0-2 3 0,-4 1 29 16,0 0-32-16,4-1-35 0,-7 2-213 15,7 0 48-15,-7 0-153 0,-3 0-993 16</inkml:trace>
  <inkml:trace contextRef="#ctx0" brushRef="#br0" timeOffset="-126499.22">17929 12310 1060 0,'0'0'491'0,"0"0"-240"0,0 0 50 0,0 35-207 16,0-15-39-16,0 1-55 16,-6 2-28-16,6-3-14 0,0-5-29 15,0 1-4-15,0-1-19 0,0-3-45 16,0-3 128-16,6-4 11 0,0-1 18 15,-2 0 8-15,5-1-13 0,4-2 23 16,3-1-13-16,-3-1-20 0,-3-3 13 16,3-2-16-16,-7 0-101 0,1 0-715 15,-4 4 63-15</inkml:trace>
  <inkml:trace contextRef="#ctx0" brushRef="#br0" timeOffset="-126303.39">17961 12377 1519 0,'0'0'419'0,"0"0"-237"0,0 0-114 16,36 10-68-16,-20-3 0 0,-3-5-38 15,0 0-79-15,-7-2-198 0,4 1-975 16</inkml:trace>
  <inkml:trace contextRef="#ctx0" brushRef="#br0" timeOffset="-125749.58">18029 12293 626 0,'0'0'381'0,"0"0"-224"0,0 0-155 0,0 0-2 15,0 0-1-15,42-6-22 16,-29 6-6-16,0 0 8 0,0 0 21 16,-3 0-1-16,-1 4-2 0,-2 0 3 15,6-2 68-15,-10 4 183 0,3 0-95 16,1 4-13-16,-4 3 33 16,4 4-40-16,-4-1 23 0,-3-1 61 15,0 1-142-15,0-2-14 0,0-3-22 16,0 1-3-16,0-2-7 0,-3-5 7 15,3-1-17-15,0-1-22 0,0-3-39 16,-4 1-3-16,4-1-23 0,0-2-155 16,0-9 33-16,4-3 96 15,2-5 91-15,0-2 52 0,4 3 0 16,0-1 16-16,3 6-20 0,-7-1 27 16,7 5 128-16,-10 3-77 0,7 4 19 15,-7 1 188-15,0 1-119 0,4 0-30 16,-4 0-48-16,0 2-25 0,-3 5-36 15,0 3-31-15,-6 4 44 0,-1-1-88 16,1 3-190-16,-4-3 134 16,7-4-26-16,-10 3-26 0,13-3 83 15,-10 1 15-15,4 0-196 0,6-2 177 16,-3-4 4-16,0 2-23 16,3 0 48-16,-4 2 0 0,4 1-16 15,0-3 16-15,0 3 29 0,7 1 41 16,2-1 105-16,1 1-42 0,6-1-35 15,-3-1 34-15,3-1-79 0,1-4-27 16,-5 0-9-16,5 0-17 0,-1-3-229 16,0 0 102-16,3-4-73 15,-6-5-482-15,0 5-111 0,-3-3-680 0</inkml:trace>
  <inkml:trace contextRef="#ctx0" brushRef="#br0" timeOffset="-125511.89">18510 12346 1020 0,'0'0'408'0,"0"0"-148"0,0 0 314 16,0 0-292-16,0 0 1 0,0 0 73 15,-9 40-161-15,9-19-49 0,0 0 0 16,0-2 24-16,-4 0-79 0,4 0-75 15,0-2 21-15,0 1-37 0,4-4-232 16,-1-1 39-16,0-4-135 0,0-5-777 16,1-3-292-16,-4 1 668 0</inkml:trace>
  <inkml:trace contextRef="#ctx0" brushRef="#br0" timeOffset="-125234.14">18707 12357 466 0,'0'0'496'0,"0"0"-122"0,-22 43-182 16,15-27 36-16,1 0 223 16,3 0-237-16,-1 0-56 0,4-1 0 15,0 2-87-15,0-2 0 0,4-1 25 16,2 1 10-16,4-2-7 0,0-3-54 15,6-2 6-15,0 1-32 0,3-2-10 16,1-4 20-16,-1-1-29 0,-3-2-147 16,10 0 71-16,-7-4-62 0,-3-3-184 15,4 0 67-15,-7-2-166 16,0 1-767-16,-7 0 402 0</inkml:trace>
  <inkml:trace contextRef="#ctx0" brushRef="#br0" timeOffset="-125029.86">18801 12512 23 0,'0'0'2268'16,"0"0"-1996"-16,0 0-140 0,0 0 93 15,42 16 60-15,-32-16-71 0,-1 0-87 16,-2 0-29-16,-1-3-98 0,-2-1-279 15,5-6 56-15,-2-1-24 0,-4-1-438 16,0 0-110-16,0 5 42 0</inkml:trace>
  <inkml:trace contextRef="#ctx0" brushRef="#br0" timeOffset="-124537.25">18875 12412 302 0,'0'0'561'0,"0"0"-59"16,0 0 170-16,0 0-477 0,0 0-75 15,0 0-120-15,0 0-51 0,-6-32 51 16,16 29 16-16,-1 1 4 15,4 2 2-15,7 0 11 0,-4 0 80 16,3 3 77-16,-3 5 13 0,-3 2-88 16,0 1 10-16,-3 2 16 0,-4 1-52 15,1 3-41-15,-4-1-48 0,0-1 70 16,-3 1-26-16,0-4-44 16,0 0 54-16,0-4-54 0,0-4-89 15,0 2 16-15,-3-4-67 0,3-2-238 16,-3 0 160-16,3-2-44 0,0-8-36 15,0-8 259-15,0-4 39 0,6-3 25 16,-3 0 30-16,7-3 20 0,0 2 48 16,3 4-75-16,3 0 36 15,0 6 142-15,0 4-36 0,-6 3 9 0,9 2 124 16,-9 6-60-16,3 1-96 16,-3 1-85-16,-4 5 31 0,-3 0-94 15,-3 4 19-15,0 5 9 0,0 2-47 16,-3-2-82-16,-3 2 57 15,-1-2-76-15,-3-1-157 0,4 2 230 16,-1-3-29-16,1-1-64 0,0 1 105 16,-4-1 16-16,7 3-9 0,-1-2 9 15,4 0 0-15,0 0 3 0,0 0 16 16,4-3 22-16,-1 0 38 16,7 0 76-16,-1-4-48 0,4 2-31 15,3 0 27-15,0-5-103 0,1-3-116 16,2 0 47-16,-3-6-123 0,4-1-407 15,-8 0 14-15,5 2-814 0</inkml:trace>
  <inkml:trace contextRef="#ctx0" brushRef="#br0" timeOffset="-123513.85">20074 12269 1303 0,'0'0'130'0,"0"0"205"0,0 0 249 15,0 0-352-15,16 54-41 0,-6-27-26 16,-7 0-108-16,0 2-37 0,-3-2-8 16,6-2-2-16,-2-3-10 0,-1-3-131 15,0-8 44-15,0 0-26 16,1-8-36-16,-1-1 110 0,3-2 13 16,4-1 23-16,6-9 3 0,0-4 84 15,-3-2 16-15,3-4-58 0,-6 1-36 16,0 1-5-16,-1-1-2 15,1 1-24-15,-3 3-133 0,-1 4-16 16,-3 1-4-16,0 6-85 0,-3 1 127 16,4 1-1-16,-4 1 17 0,0 1 103 15,-4 1 34-15,-2 3 71 0,3 1 103 16,-4 1 69-16,4 2 161 16,-3 0-211-16,6 2-17 0,0 4 33 15,0 3-72-15,0 0-24 0,3 2-3 16,3-4-10-16,-2 3-117 0,2-3 26 15,4-1-64-15,-4 0 38 0,1-6-295 16,-1-2 106-16,4-1-119 0,-1-5-425 16,1 0 80-16,0-3 21 0</inkml:trace>
  <inkml:trace contextRef="#ctx0" brushRef="#br0" timeOffset="-123201.27">20442 12384 1528 0,'0'0'413'16,"0"0"-105"-16,0 0 129 0,0 0-277 16,-10 49-2-16,10-28 91 0,3-4-58 15,1-2-38-15,-1-5-68 0,7-3 13 16,-1 0-67-16,1-5-12 16,3-1 44-16,0-2-12 0,0-6-48 15,-4-1 91-15,1-1-53 0,0-3-25 16,-7 2 53-16,0-1-66 0,0 0 37 15,-3 1 29-15,0-2 5 0,-3 1-61 16,-3-1 120-16,-4-1-133 0,4 2 49 16,-7-3-67-16,3 5 18 0,4 3-232 15,2 2 219-15,1 3-49 16,3-1-158-16,0 0 135 0,0 0-163 16,7 1-553-16,-1 1 256 0,7 1-169 15</inkml:trace>
  <inkml:trace contextRef="#ctx0" brushRef="#br0" timeOffset="-122984.27">20710 12395 1195 0,'0'0'1056'15,"0"37"-858"-15,0-18-43 0,0-4 240 16,-3 0-129-16,3 0-78 0,0-7-131 15,0-1-47-15,0-2-10 0,0-2-194 16,0-3 56-16,0 0-144 0,3-7-460 16,3-4 196-16,1 0 22 15</inkml:trace>
  <inkml:trace contextRef="#ctx0" brushRef="#br0" timeOffset="-122732.86">20771 12321 137 0,'0'0'1718'0,"0"0"-1300"16,0 0-101-16,0 0 91 0,0 0-72 0,36 7-18 15,-23 6 28-15,0 0-117 16,-4 0-161-16,4-5-27 0,0-3-13 16,0-2-28-16,0-2-64 0,0-1 63 15,3-2 1-15,-6-5-85 0,0 3 85 16,-1-3 0-16,-2 3 4 16,-4-1 5-16,0 4-9 0,0 0 28 15,1 1-3-15,-1 0 43 0,-3 0-9 16,0 8 127-16,0 6-32 0,-7 5-136 15,4 3 102-15,0 2-120 0,0-1-9 16,3-7 9-16,0 3 0 0,0-8-212 16,3-1 134-16,0-5-138 15,0-1-370-15,4-1 219 0,-1-1-183 16,-3-2-898-16,7-1 29 0</inkml:trace>
  <inkml:trace contextRef="#ctx0" brushRef="#br0" timeOffset="-122535.62">21133 12369 1859 0,'0'0'683'0,"-6"34"-392"16,-1-16-198-16,1 0 48 0,2-3 89 16,4-4-103-16,-3-3-127 0,3-4-140 15,0-2 16-15,0-1-117 0,3-1-291 16,1 0 27-16,-1-4-123 0,0-1-291 15</inkml:trace>
  <inkml:trace contextRef="#ctx0" brushRef="#br0" timeOffset="-122303.48">21165 12389 761 0,'0'0'436'0,"0"0"192"15,0 0-284-15,0 0-36 16,0 0 213-16,0 0-115 0,36-18-95 16,-23 20-97-16,0 0-95 0,0-1-119 15,0-1 26-15,0-1-26 0,-1-2 0 16,-2-3-61-16,3 0 33 15,-3-2 22-15,-4 4-91 0,1-1 97 16,-4 3 0-16,0 2 19 0,-3 0 12 16,3 0 41-16,-3 2 23 0,0 9 157 15,-3 10 27-15,0 2-132 0,-4 3 4 16,1 0-151-16,3-7 52 16,-1 0-65-16,4-4 13 0,0-5-251 15,0-1 121-15,0-6-99 0,4-2-530 16,-1-1 143-16,3 0-390 0,1-2-782 15</inkml:trace>
  <inkml:trace contextRef="#ctx0" brushRef="#br0" timeOffset="-122010.92">21437 12318 450 0,'0'0'1728'16,"0"0"-1249"-16,0 0-389 15,-20 48 51-15,17-31 87 0,0-1-94 16,0 2-64-16,3-1-41 0,0 3 44 16,0 0 7-16,0-2 46 0,3 0 48 15,0-3-29-15,4-2-117 0,-1 1 47 16,4-6-75-16,-1 0-6 16,4 1-19-16,0-7 25 0,0-1-148 15,0-1 136-15,3-1 12 0,-3-2-155 16,3-5 102-16,-3 0-39 0,-3-3-191 15,0-1 24-15,-1 0-263 0,-6 2-1256 16,-3 0 1061-16</inkml:trace>
  <inkml:trace contextRef="#ctx0" brushRef="#br0" timeOffset="-121375.64">21485 12441 1805 0,'0'0'1151'0,"0"0"-647"0,0 0-310 15,0 0-24-15,0 0-41 0,0 0 22 16,36 19-132-16,-23-19 18 0,3-3-62 16,-7-2 25-16,1-2-201 0,-3 1 113 15,-4-3-92-15,3-3-360 0,-6 0 100 16,3 3-87-16,-3 0-602 16,0 5 657-16,-3-1 129 0,0-1 343 15,-3-2 303-15,2-1 27 0,-2 3-14 16,3-2-173-16,3 5 20 0,-4-1 350 15,4 2-244-15,0-1-110 0,0 3-33 16,7 0-39-16,-4 0 7 0,4 0 55 16,-1 0-75-16,7 0-58 0,-7 0-3 15,4 0-1-15,0 5 1 16,-4 4-10-16,4 6 52 0,0 2 41 16,-7 3 202-16,0-2-102 0,0 0-41 15,-3-2 36-15,0 0-2 0,-3-5-170 16,0-4 43-16,3-1-61 15,0-4-1-15,-3 1-206 0,3-2 139 16,0-1-96-16,0-2-271 0,0-9 307 16,3-6 50-16,3-4 7 0,4-5 70 15,0-1 35-15,-4 4 32 0,10 2 61 16,0 4-26-16,-3 3-4 16,0 6 48-16,-3 2-11 0,-4 4 92 15,-2 2-24-15,-1 0-88 0,0 6-87 16,-3 0 105-16,0 8-133 0,-6 4 59 15,-1 3-59-15,-6 0 0 0,7-3-99 16,-4-2 71-16,4 0 3 0,2-1-114 16,-2-1 139-16,3-1 0 15,0-1-22-15,3-1 22 0,0 1 0 0,0 0 15 16,3-2-11-16,6 0 36 16,1 1-34-16,0-3 118 0,6-4-25 15,-3-2-84-15,3-1 96 0,0-1-111 16,0-3-117-16,4-3 96 15,-4-2-4-15,3-2-239 0,-3-1 165 16,4 0-118-16,-4-2-604 0,-6 4-313 16,-1-1-229-16</inkml:trace>
  <inkml:trace contextRef="#ctx0" brushRef="#br0" timeOffset="-77381.54">14425 12740 23 0,'0'0'0'15,"0"0"290"-15,0 0 79 16,0 0-295-16,0 0-15 0,0 0 169 16,0 0-68-16,0 0-10 0,0 0 143 15,-13-5-102-15,9 2-38 0,4 1 42 16,0 1-111-16,-3-1-26 0,3 1 39 16,0 1-49-16,0 0-2 0,-3 0-10 15,3 0-36-15,0 5 0 0,-3 5 36 16,-4 7 54-16,4 4 10 0,-3 2 22 15,-1 0-54-15,1-5-27 16,-4 3-38-16,10 0 33 0,-6-4-36 16,2 0-39-16,-2-4 38 0,6-2-27 15,0-4-106-15,0-4 53 0,0-1-32 16,0-2-216-16,0 0 21 16,0-1-72-16,10-4 120 0,-7-7 260 15,0-2 6-15,-3-3 36 0,6 2 40 16,-6-2 80-16,0 4 115 0,0-3-161 15,0 2-9-15,0 0 52 0,-6 4-30 16,6 0 4-16,0 1-27 16,0 4-12-16,0 2-24 0,0 2 46 15,0-1-17-15,0 2-99 0,6 0-80 16,-2 0 35-16,2 4 7 0,4 6 31 16,-4 3 7-16,14 4 26 0,-4 0-13 15,0 2 25-15,-3-3-38 0,-3-1 16 16,6-1 0-16,0-1-16 0,0-7 13 15,-6 0-15-15,3-4 2 16,-10-2-42-16,10 0 42 0,-10-2 3 16,4-4 22-16,-1-5 30 0,-3-1-30 15,7-3-18-15,-4-4-1 0,-6 4-6 16,0 0-93-16,0 2 77 0,7 0-35 16,-7 2-190-16,0 5 128 15,3-2 9-15,-3 5-38 0,0-1 81 16,0 2 38-16,3 0-6 0,0 1-3 15,-3 0-20-15,4 1-214 16,-1 1 110-16,3 0 78 0,-2 3-254 16,-4 0-164-16,6 0-126 0</inkml:trace>
  <inkml:trace contextRef="#ctx0" brushRef="#br0" timeOffset="-76841.09">14751 12831 264 0,'0'0'349'0,"0"0"-219"0,0 0 11 16,13 42 168-16,-13-36-123 0,0 1-50 15,0-5 193-15,0 1-164 0,0 0-84 16,0-2-9-16,0-1-17 16,0 0 26-16,0-1 64 0,-3-7-86 15,-4-3-34-15,7-2 37 0,0-1 28 16,0-3-29-16,0 2-61 0,0 1 0 15,7-3-2-15,-1 3-50 0,4-1 52 16,-1 4 3-16,1 1 61 0,-3 4 68 16,-1 2 12-16,-3 2 7 15,0 1-49-15,4 1-60 0,-4 0-30 16,0 0 26-16,-3 2-38 0,10 0 20 16,-10 6-5-16,3 0-15 0,-3 4 26 15,-3 2-4-15,0-1-22 0,-4-2 0 16,7-3 0-16,0 0 0 0,0-2-92 15,0-2 89-15,0 0-51 0,0 0-106 16,0-2 122-16,10 1-20 16,-3-2-37-16,9 1 95 0,0-2 0 15,0 0-13-15,3 0 13 0,-12 0 19 16,9 3 4-16,-10-2 38 0,1 1-4 16,-4 0-50-16,-3 0 31 15,7 3-12-15,-4 0-26 0,0 3 63 16,-3 2-21-16,0 4-36 0,-6-1 64 15,-1 3-28-15,-3-5-14 0,4-2 42 16,-10 0-70-16,9 0 26 0,-2-2-14 16,-1-3-12-16,7-2-102 15,-4 0 22-15,1-1-76 0,3 1-300 16,-1-2-15-16,-5 0-315 0</inkml:trace>
  <inkml:trace contextRef="#ctx0" brushRef="#br0" timeOffset="-76587.56">15103 12715 151 0,'0'0'1328'0,"0"0"-922"0,0 0-46 0,0 0-208 15,0 0 23-15,0 0 153 0,0 0-184 16,0 0-48-16,0 0-12 16,26-11 21-16,-23 12-105 0,-3 2 19 15,0 2-19-15,6 0 0 0,1 3-30 16,-7 5 11-16,3 2-3 0,-3 3-424 16,0 2 60-16,0-8-315 0,0-1-1043 0</inkml:trace>
  <inkml:trace contextRef="#ctx0" brushRef="#br0" timeOffset="-76424.45">15180 12888 1918 0,'0'0'493'0,"0"0"-257"16,0 0-136-16,0 0-75 16,0 0-25-16,0 0-35 0,0 0-26 15,0 0-91-15,0 0-382 0,0 0-217 16,23-5-67-16</inkml:trace>
  <inkml:trace contextRef="#ctx0" brushRef="#br0" timeOffset="-75899.34">14350 13135 1048 0,'0'0'634'16,"0"0"-523"-16,0 0-79 0,0 0 24 15,0 0 5-15,0 0-6 0,0 0 75 16,0 0-16-16,42 22 12 0,-22-19 106 15,2 2-45-15,1-3-42 16,3-2 19-16,3 0-27 0,0 0-22 16,3-2 15-16,4-2 3 0,2 1-44 15,1-1-26-15,-3-1 38 0,12 0-85 16,-6-1 12-16,0 2 16 16,-3-2-44-16,3 0 15 0,3 0-15 15,-9 1 0-15,-4-1-9 0,-6 2 6 16,6 0 3-16,-9-2-217 0,-4 4 97 15,-6 1-125-15,-10-1-618 0,7 1-447 16</inkml:trace>
  <inkml:trace contextRef="#ctx0" brushRef="#br0" timeOffset="-74879.17">15729 12796 1203 0,'0'0'550'15,"0"0"-232"-15,0 0-169 0,0 0-133 16,0 0 78-16,0 0 145 0,0 0-94 15,10 33-58-15,-3-13-19 16,-4 1 3-16,-3 0-23 0,0-3-26 0,0 1 17 16,3-3-39-16,-3-6-61 15,0-1 25-15,0-6-41 0,0 0-103 16,0 0 74-16,0-3-65 0,0 0-50 16,0-1 196-16,0-7-31 0,0-4-93 15,-3-5 100-15,0 2 1 0,-4-4 33 16,7 4 15-16,0-6-13 0,0 4-33 15,10-3-38-15,-4 0 41 0,7 5 43 16,0-2 102-16,3 5 142 16,0 5 238-16,-3 1-159 0,4 6-92 15,-8 0-62-15,1 6-63 0,3 1-24 16,-3 4-2-16,-4 1 56 16,0 4-66-16,-2-1-61 0,-4 2 48 15,0 1-57-15,-4 0-22 0,-2 1 6 16,0-1 10-16,-4 1-165 0,-3-4 120 15,6-1-28-15,-2-2-186 16,-1-2 191-16,4-3-76 0,-4-4-492 16,3-2 12-16,7-1-34 0</inkml:trace>
  <inkml:trace contextRef="#ctx0" brushRef="#br0" timeOffset="-74647.1">15936 12844 243 0,'0'0'271'16,"0"0"-88"-16,0 0-40 0,0 0 85 15,0 0-75-15,0 0 13 0,0 0 234 16,0 0-159-16,39 30-121 16,-36-15 3-16,0 1-26 0,1-1 0 15,-1-2 45-15,0-1-52 0,4-2-22 16,2-1-13-16,1-1 3 16,6-2-17-16,0 0 4 0,0-4 7 15,1-1-52-15,-1-1 16 0,3 0-10 16,-3-4-6-16,-3-2-117 0,3 1-92 15,-6-1-97-15,-4 0-818 0,1-1 97 16</inkml:trace>
  <inkml:trace contextRef="#ctx0" brushRef="#br0" timeOffset="-74467.09">15988 12865 2214 0,'0'0'178'0,"0"0"-130"16,0 0 204-16,32 1-36 0,-12-1-53 16,-1-3-76-16,-3 0-36 0,3-3-51 15,-2 0-32-15,-1 0 28 0,-3 2-111 16,-4 0-251-16,-2 1 7 16,-4-1-189-16,0 0-591 0,-3 0 493 0</inkml:trace>
  <inkml:trace contextRef="#ctx0" brushRef="#br0" timeOffset="-74213.68">16094 12774 336 0,'0'0'531'16,"0"0"-342"-16,46 0-10 0,-30 2 134 16,-6 2-69-16,9 0-14 0,-6 4 91 15,0-3-175-15,-4 4-8 0,1 1 65 16,0 0-77-16,-10-4-65 0,6 1-52 15,-2-3 16-15,-1 3-25 0,-3 2-87 16,0-3 58-16,0 2-38 16,0-2-126-16,0 1 96 0,-3-3-32 15,-1 0-62-15,-2-4 113 0,3 0-22 16,-1-6-303-16,-5-5 87 16,9-3-29-16,0-4-388 0</inkml:trace>
  <inkml:trace contextRef="#ctx0" brushRef="#br0" timeOffset="-74017.06">16266 12792 176 0,'0'0'470'0,"0"0"159"0,38-21-206 15,-28 19-57-15,3 1 114 16,-10 1-264-16,4 0-72 0,-4 0-12 16,0 4-39-16,0-1-33 0,-3 5-47 15,0 2 19-15,0 3-32 0,0 4-79 16,-3 0 67-16,0 2-4 0,0-4-58 16,3 0 74-16,0 0 0 0,0-1-31 15,3-2 31-15,0-2 0 0,0-3-60 16,-3-1 47-16,10-3-83 0,-7 3-401 15,1-2 46-15,5-1-30 16,-2-1-578-16</inkml:trace>
  <inkml:trace contextRef="#ctx0" brushRef="#br0" timeOffset="-73779.48">16495 12794 791 0,'0'0'411'16,"0"0"-411"-16,0 0 0 0,0 0 57 15,0 47 93-15,-3-29 3 0,3-3 84 16,0 2-126-16,3-2-24 0,0 0 56 16,0-2-84-16,4 2-24 0,-4-3-14 15,10-2-21-15,-3-2-1 0,-1-1-4 16,8-3 2-16,-8-3-46 0,4 0-178 15,-3-1 72-15,3-1-57 16,-4-2-367-16,-5 1 67 0</inkml:trace>
  <inkml:trace contextRef="#ctx0" brushRef="#br0" timeOffset="-73599.29">16553 12893 896 0,'0'0'1015'0,"0"0"-804"16,0 0-91-16,0 0-33 15,32 6-85-15,-19-6-2 0,0-2-284 16,-6-2-161-16,2 0-82 0</inkml:trace>
  <inkml:trace contextRef="#ctx0" brushRef="#br0" timeOffset="-73450.25">16550 12772 2317 0,'0'0'285'0,"0"0"-263"16,0 0 129-16,0 0-26 16,0 0-67-16,48-3-58 0,-28-1-26 15,-4 3-164-15,0-2-927 0,0 2-317 16</inkml:trace>
  <inkml:trace contextRef="#ctx0" brushRef="#br0" timeOffset="-72792.88">17344 12863 886 0,'0'0'885'0,"0"0"-813"0,0 0 80 0,0 0 36 15,0 0-42-15,-45-31-20 16,32 27 132-16,0-1-93 0,7 0-56 16,-4 4-29-16,7 0 6 0,-3-1-57 15,-1 2-23-15,-3 0 20 0,1 1-26 16,-4 3-77-16,6 5 58 16,-2 1-6-16,-4 1-59 0,6 3 82 15,1-4-27-15,6 1-33 0,0 0 60 16,0 0-15-16,6 2-54 0,1-1 70 15,6 0 1-15,0-1 46 16,-1 0 50-16,5 1 1 0,-1-2-5 16,0-1-12-16,0-3-70 0,0 3 19 15,-6-3-23-15,-4-3-6 0,-6-1 2 16,7 0 5-16,-7 0-7 0,0 2 16 16,0-2 25-16,0-1-41 0,-7 2-35 15,1-3-55-15,-4-3-140 0,-3-5-544 16,0 2-383-16</inkml:trace>
  <inkml:trace contextRef="#ctx0" brushRef="#br0" timeOffset="-72482.56">17406 12879 1011 0,'0'0'430'0,"0"0"-131"15,0 0-91-15,29 51 84 0,-26-31-89 16,4-5-80-16,-4-2 38 0,0-1-71 15,0-4-38-15,4-4-46 0,-4 0 5 16,0-4-11-16,4 0 0 16,2-6 96-16,7-5 4 0,-3-2-1 15,4-3-10-15,-1-1-50 0,-3 4-36 16,0 2 48-16,-7 1-51 0,0 3-7 16,-2 3 7-16,-1 2 0 0,-3 1-22 15,3 1 22-15,-3 0 0 0,0 2 1 16,0 6 2-16,0 6 90 0,-3 0-62 15,0 3 39-15,3-2-70 16,-4-3 13-16,4-1-16 0,0-2 3 16,4-4-226-16,-4 0-110 0,3-4-360 15,0 0-1140-15</inkml:trace>
  <inkml:trace contextRef="#ctx0" brushRef="#br0" timeOffset="-72231.33">17709 12994 1506 0,'0'0'1115'16,"0"0"-980"-16,0 0-6 0,0 0 121 15,0 0-81-15,23-34-130 0,-13 14-11 16,3 0-40-16,0 2 12 0,-4 2-64 16,1 2 64-16,3 2 0 0,-7 1-28 15,4 3 28-15,-4 5 16 0,-2 1-13 16,2 0 83-16,-6 2-32 0,7 0-34 15,-1 6 65-15,-3 6-25 16,7 1-60-16,-4 7 45 0,1-1-45 16,-1 0-121-16,-2-1 118 0,2-2-63 15,1 3-180-15,-1-7 64 0,0-1-237 16,1-2-846-16,-4-5 18 16</inkml:trace>
  <inkml:trace contextRef="#ctx0" brushRef="#br0" timeOffset="-72042.85">17742 12918 1497 0,'0'0'1093'16,"0"0"-877"-16,0 0-46 0,42 1 96 15,-26 0-132-15,0-1-128 0,0 0-6 16,7 0-3-16,-7 0-115 0,0-1-595 15,-6-1-370-15,-1 1-87 0</inkml:trace>
  <inkml:trace contextRef="#ctx0" brushRef="#br0" timeOffset="-71779.6">18000 12825 1633 0,'0'0'535'0,"0"0"-463"15,0 0-72-15,0 0 429 16,0 0-81-16,0 0-118 0,0 0-64 16,29 45-71-16,-29-28-95 0,7 1-70 15,-7-3 67-15,0-1-13 0,0 1-185 16,0-3 112-16,0-5 9 0,0 2-77 16,0-5 89-16,0 1-25 0,0-1-107 15,3 2 112-15,0-3-25 0,0-1-159 16,13-1 142-16,1-1 30 0,2-1-144 15,-3-2 71-15,4-1 30 16,-4-2-170-16,-3 3-117 0,-4-1-95 0</inkml:trace>
  <inkml:trace contextRef="#ctx0" brushRef="#br0" timeOffset="-71040.28">17338 13019 1558 0,'0'0'312'15,"0"0"-173"-15,0 0 114 0,0 0-72 16,-32 19 7-16,19-13 53 16,-3-2-93-16,3 0-14 0,0-2 48 15,0-1-4-15,0-1-19 0,6 0-49 16,-2 0 35-16,9-1-76 0,-3 0-54 16,-1 0-18-16,4 0 3 0,-3-2-182 15,3 1 59-15,0 1-226 0,3-1-1175 16,1-4-307-16</inkml:trace>
  <inkml:trace contextRef="#ctx0" brushRef="#br0" timeOffset="-69853.22">18724 12831 1614 0,'0'0'387'0,"0"0"-109"0,0 0 10 15,0 0-165-15,0 0 6 0,0 0-14 16,0 0-70-16,0 0-26 0,0 0 49 15,0 0 120-15,16 41-70 16,-13-20-64-16,0-1 26 0,0-2-77 16,-3-3 29-16,4 0-13 0,-4-5-19 15,3-4-93-15,-3-2 55 16,0-1-87-16,0 0-284 0,0-3 151 16,-3 0 161-16,-1-7-340 0,1-4-151 15,-3-4 185-15,-7-5 354 0,13 3 49 16,-10-3 280-16,4 2 156 0,6 2-339 15,0 2-32-15,0 2-10 16,0 2 7-16,6 1 39 0,1 4 86 16,6-1-90-16,-1 2 33 0,5-2 50 15,-1 5-45-15,0 1-6 0,0 0 8 16,-6 4-31-16,3 1-49 0,-4 0-50 16,-5 1 24-16,-1-1-31 0,0 1-29 15,0-2 26-15,-3 5 3 0,0 0-157 16,0-1 157-16,-6-1-13 15,3 1-64-15,-4-3 76 0,1 3-40 16,-1-4-88-16,4 1 117 0,0-3-8 16,3 0-73-16,0-2 0 0,0 0-72 15,3 0 23-15,3-1 142 0,4-1 35 16,0 2 33-16,3 0-32 16,-7 0 19-16,1 2-10 0,-1 3 35 15,1 1 20-15,-1 1 38 0,0-2-25 16,-2 2-40-16,-4-1 74 0,0 2-35 15,0 0-39-15,0-3-28 16,-7 2 34-16,1-2-44 0,-1 3-26 16,-6-4 45-16,4 2-54 0,-1-4-44 15,0-2 25-15,4 0-115 0,-1-3-357 16,1-8-5-16,3-4-321 0,3 2-532 16</inkml:trace>
  <inkml:trace contextRef="#ctx0" brushRef="#br0" timeOffset="-69320.72">18992 12822 260 0,'0'0'838'0,"0"0"-578"0,32 19 26 16,-26-7 224-16,1 5-290 0,-4 2 0 15,0 2 115-15,1 1-197 16,-1-4-74-16,-3-3-19 0,0-2 19 16,0-2-61-16,-3-3 22 0,3-4-15 15,-4 2-10-15,4-3-29 0,0-1 16 16,-3-1-3-16,0-1-25 0,0-2 28 15,-4-9-44-15,4-5-40 16,-7-3 84-16,10-5 1 0,-3 3-85 16,3 1 56-16,3 3-69 0,7 0-17 15,0 4 98-15,3 2 29 0,-1 6 94 16,5 0 80-16,-4 4-14 0,3 1 35 16,-3 1-10-16,-4 4-19 0,-2-2-40 15,-4-1-19-15,0 3-94 0,-3 1 34 16,3 3-81-16,-3 1 34 15,0 4-212-15,-6-3 193 0,0 0-28 16,-4 0-53-16,3-4 98 0,-2-3-21 16,5 0-98-16,-2 1 89 0,0-1-42 15,-1 0-95-15,1-1 149 0,2-1 17 16,1-1-55-16,0-1 55 16,3 0 3-16,0 0 0 0,0 1 23 15,3-1 105-15,4 1 22 0,-4 1-51 16,0 2-16-16,4-1 0 0,-1 1 21 15,-3 4-44-15,4-1-60 16,-1-1 60-16,-3 2-57 0,4-1 35 16,-7 1-28-16,6-1-10 0,-2-2-131 15,-1 0 118-15,0-1-81 0,0-2-222 16,4-2 99-16,-4 0-150 0,3-4-771 16,1-1 307-16,-1-4 164 0</inkml:trace>
  <inkml:trace contextRef="#ctx0" brushRef="#br0" timeOffset="-68982.97">19295 12860 271 0,'0'0'1095'0,"0"0"-763"0,0 0 5 0,0 0-175 16,0 0 0-16,0 0 116 0,0 0-91 15,0 0-68-15,0 0 9 0,4 16 13 16,-1-4-4-16,-3 4-35 0,9 0 15 15,-2-2-47-15,3 1-67 0,-1-7 73 16,-2 1-76-16,-1-3 19 16,-3-2-19-16,4-3 0 0,-4-1 6 15,4 0-6-15,-1 0 41 0,0-5-3 16,4-4 91-16,-3-4-29 0,2-3-24 16,-9 1 49-16,7 0-125 0,-7 0 37 15,0 0-40-15,0 0 3 0,-7-2-241 16,7 4 131-16,0 0-101 0,0 4-329 15,7 4 239-15,-4 0-18 16,0 3-225-16,0 1 213 0,4 0 18 16,-4 0-169-16,4 1 176 0,-1 1 52 15,-3 2-79-15</inkml:trace>
  <inkml:trace contextRef="#ctx0" brushRef="#br0" timeOffset="-68713.97">19466 12828 50 0,'0'0'349'0,"0"0"212"0,17 46-398 15,-14-27-69-15,3-4-66 0,1-2-28 16,-7-1-36-16,9-2-172 0,-2-3 94 15,-7-5 52-15,10-1 13 16,-7-1 49-16,7 0 24 0,-4-3 178 16,7-8-68-16,0-5-47 0,0 1 63 15,-4-2-29-15,1 2-17 0,-7 4 68 16,4 3-71-16,-4 3 9 0,0 0 33 16,-3 3-59-16,0 0 0 0,3 1 107 15,-3 1-81-15,4 0-20 0,-4 2 121 16,0 6 32-16,3 2-38 0,0 4 30 15,0 3-46-15,1-3-75 16,-1-1-92-16,0-2 50 0,4-3-72 16,-7-2-88-16,3-1 66 0,0-3-126 15,3 0-447-15,1 0 194 16,-4 2-191-16,4-4-696 0,-1 0 460 16</inkml:trace>
  <inkml:trace contextRef="#ctx0" brushRef="#br0" timeOffset="-68483.11">19728 12859 704 0,'0'0'720'0,"0"0"96"0,0 0-467 16,0 0-8-16,0 0 27 15,0 0-183-15,0 0-122 0,0 0-19 16,0 0-40-16,0 0 2 0,16 40 10 16,-9-23 50-16,-1-3-25 0,4-1-38 15,-4 0 64-15,1-2-67 0,-1-1-7 16,1 0 7-16,2-2 0 15,1-4-88-15,3-1 86 0,-3 1-74 16,3-4-149-16,-4-4 158 0,1 2-13 16,-4-1-178-16,-2-2 55 0,2 0-245 15,-3 1-973-15</inkml:trace>
  <inkml:trace contextRef="#ctx0" brushRef="#br0" timeOffset="-68335.49">19828 12893 1655 0,'0'0'1010'0,"0"0"-711"0,0 0-113 16,0 0 41-16,0 0-27 0,0 0-74 15,0 0-60-15,33 12-66 0,-21-12-135 16,-2-5 27-16,0 2-115 0,-10 0-386 16,9-2 144-16,-5 2-97 0,-4 0-562 15</inkml:trace>
  <inkml:trace contextRef="#ctx0" brushRef="#br0" timeOffset="-68163.26">19802 12775 2031 0,'0'0'444'0,"0"0"-170"16,0 0-11-16,0 0-42 16,0 0-4-16,39-10-75 0,-19 6-78 15,-1-4-64-15,0 2-89 0,1-2 64 16,2-1-109-16,1 2-390 0,-4 0 31 15,-3 2-626-15</inkml:trace>
  <inkml:trace contextRef="#ctx0" brushRef="#br0" timeOffset="-67163.79">20681 12716 1210 0,'0'0'280'0,"0"0"-68"0,0 0 181 15,10 48-209-15,-7-30 23 0,0 2 87 16,-3-1-175-16,0 0-77 0,7 1-39 15,-4-4-6-15,0 1-23 16,0-6-244-16,-3-5 31 0,3 0-69 16,-3-2-150-16,0-3 341 0,0 1 77 15,4-2 40-15,-4 0 114 16,0-3 61-16,0-8 43 0,0-3-182 16,0-6-35-16,0-1 16 0,0-1-15 15,3 1 18-15,0 3-19 0,4-3 1 16,2 5-1-16,1 1 61 0,3 4 57 15,3 3 27-15,0 1 158 0,0 1-89 16,4 3-45-16,-4 2 54 0,0 1-30 16,-3 3-52-16,-3 3-69 15,-4-4 18-15,-6 1-91 0,7 2 41 16,-7 0-12-16,0 2-29 0,-7 0 19 16,4 3-51-16,-10 5 10 0,0-2-212 15,-3-1 178-15,0-5-17 0,3 0-96 16,0-1 153-16,3-3-35 0,0-1-144 15,7 2 147-15,0-3 16 16,3 1 32-16,0-1 9 0,0 1 23 16,3 0 45-16,0 5 51 0,4 1-3 15,3 7-20-15,-1 1 15 0,1 2-44 16,0-3-76-16,-1-2 57 16,-2-1-57-16,3-2-105 0,-4-3 63 15,0-3-97-15,1-2-277 0,-1 2 34 16,1-3-181-16,3-1-459 0,-4-2-5 15</inkml:trace>
  <inkml:trace contextRef="#ctx0" brushRef="#br0" timeOffset="-66931.5">21023 12760 1244 0,'0'0'371'0,"0"0"-108"0,0 0 33 16,3 44-118-16,-3-27 67 0,4 0 100 15,-4 0-172-15,0 0-84 16,3-1-53-16,3 0 27 0,-2-3-21 16,2-1-42-16,4-2 54 0,-1-4-54 15,4 1-10-15,-3-5 7 0,9-1 3 16,-6-1-121-16,4-2 67 16,-5-5-64-16,1 2-249 0,-3-5 112 15,-3 2-97-15,-4-4-546 0,-3 3-90 16</inkml:trace>
  <inkml:trace contextRef="#ctx0" brushRef="#br0" timeOffset="-66777.17">21068 12828 333 0,'0'0'1580'0,"0"0"-1159"16,0 0-349-16,0 0 47 0,0 0 94 15,42 5-78-15,-29-5-35 0,4 0-46 16,-8-1-22-16,-2 0-32 0,-1-1-114 15,-3 2-98-15,4-2-95 16,-4-2-413-16,0 0 115 0,-3 1-135 0</inkml:trace>
  <inkml:trace contextRef="#ctx0" brushRef="#br0" timeOffset="-66261.98">21036 12722 147 0,'0'0'1386'0,"0"0"-1191"15,0 0-3-15,0 0 90 16,45-9-185-16,-35 4-13 0,6 3-6 0,-3 1-59 16,-3 0-16-16,0 1-3 15,-1 0-3-15,-2 0 0 0,-4 0-37 16,3 2 38-16,4 4 1 0,0-1-12 16,-1 7 13-16,8 5 19 0,-4 5 39 15,-1 1 42-15,1 0-12 0,-3 0-47 16,3-3-18-16,-3-1-23 0,3 0-25 15,-4-4 25-15,4 1-26 16,0-5-99-16,-3-4 5 0,-1-2-9 16,-2-3 74-16,-1-2 55 0,-2 0 29 15,-1-2 62-15,3-3-36 0,1-2-4 16,-4-3 19-16,3-6-25 0,-2 0-12 16,-4-4-17-16,0 2 6 15,0 0-22-15,0 0-56 0,3 3-24 16,0 2-27-16,4 1-100 0,2 3 97 15,4 1 35-15,-3 4 10 0,0 0 26 16,3 2 4-16,-4 2-99 16,1 0-57-16,-7 0-40 0,7 2 35 15,-7-2 177-15,0 1 19 0,4 2 18 16,-4-2 83-16,3 2 137 0,-2 3 369 16,2 1-276-16,-3 8-60 0,1 1 40 15,-1 3-128-15,0-2-59 0,0 2-63 16,-3-4-10-16,0 2-51 15,3-4-95-15,-3-1 32 0,4-5-129 16,-4-1-436-16,3-4-10 0,-3 0-346 0</inkml:trace>
  <inkml:trace contextRef="#ctx0" brushRef="#br0" timeOffset="-65967.51">21627 12777 1144 0,'0'0'355'0,"0"0"-143"0,0 0 57 15,0 0-71-15,0 0 58 0,0 0 169 16,0 0-210-16,0 0-58 0,16 40-17 16,-12-26-41-16,-1 0-67 0,3 1-16 15,-2-3 34-15,-1 1-50 0,3-1 26 16,-3-1 2-16,4 1-28 15,-4-2 0-15,7-2 0 0,-4-2 0 16,7 0-62-16,0-3 60 0,-3-2 2 16,3-1-89-16,0 0 87 0,0-2-62 15,0-3-162-15,-4 1 69 0,1-1-71 16,-4 0-221-16,-2 2 86 16,2 0-134-16,-6-1-578 0</inkml:trace>
  <inkml:trace contextRef="#ctx0" brushRef="#br0" timeOffset="-65560.76">21718 12852 1402 0,'0'0'419'0,"0"0"-153"0,0 0 35 16,0 0-162-16,0 0-13 0,0 0-1 16,0 0-61-16,38 4-64 0,-31-6-16 15,-1 1-29-15,-2 0-203 0,-1-1-446 16,3 0 158-16,-6-1-139 0</inkml:trace>
  <inkml:trace contextRef="#ctx0" brushRef="#br0" timeOffset="-65379.23">21714 12737 1516 0,'0'0'507'0,"0"0"-60"0,0 0-198 16,0 0-50-16,0 0-64 0,0 0-87 15,49 5-48-15,-30-2-35 0,1-1 32 16,-4-2-129-16,0 2-610 16,-3-2-41-16,-3 0-415 0</inkml:trace>
  <inkml:trace contextRef="#ctx0" brushRef="#br0" timeOffset="-64855.27">21902 12756 1301 0,'0'0'1193'15,"0"0"-909"-15,0 0-46 0,0 0-34 16,9 42-38-16,-5-23 31 0,-4 2-39 15,3-2-70-15,0-3-78 0,0-2 28 16,1-2-38-16,-1-3-193 0,0-1 51 16,4-4-84-16,-4-3-203 15,3 1 239-15,1-2 19 0,-1 0-207 16,1-4 212-16,2-7 112 0,1-1 54 16,0-1 23-16,-7-2 6 0,0 2 6 15,0 0-35-15,-3 4-4 0,0 3-54 16,0 2 26-16,4 3 9 0,-4 1 23 15,3 3 51-15,-3 3 189 16,6 5 248-16,1 6-292 0,-1-4-61 16,1 1-71-16,2-5-25 0,1-4 5 15,3 1-21-15,0-5-4 0,3 0-16 16,0-7 7-16,0-1 159 16,0-3 15-16,1-3-23 0,-4 1-35 15,-4-1-38-15,-2 2 73 0,-4-2 79 16,0 0-70-16,-3 0-52 0,0-2 51 15,0 1-169-15,-6-4 43 0,2 6-89 16,-2 0 46-16,3 3-265 16,0 6 231-16,3 0-96 0,0 0-415 15,0 1-7-15,0 1-662 0</inkml:trace>
  <inkml:trace contextRef="#ctx0" brushRef="#br0" timeOffset="-63221.33">22751 12647 1170 0,'0'0'602'16,"0"0"-345"-16,0 0-43 0,0 0 35 16,0 0-78-16,0 0 38 0,0 0 61 15,0 0-168-15,0 0-51 0,0 50 25 16,-3-29 67-16,3 0-16 0,0 0-48 15,0 1 3-15,0 2-82 16,3-1-32-16,-3 0 7 0,3-1 13 16,4-2-283-16,3-5 37 0,-4-1-182 15,4-6-947-15,-4-4 34 0</inkml:trace>
  <inkml:trace contextRef="#ctx0" brushRef="#br0" timeOffset="-62827.62">23161 12689 74 0,'0'0'1290'0,"0"0"-985"0,0 0 231 0,0 0-248 16,0 0-94-16,0 0 50 0,33-9-96 15,-27 12-30-15,1 6 38 0,-4 7 25 16,0 7-35-16,4 2-10 16,-7 1-4-16,3-2-92 0,-3-2-11 15,3-3 5-15,-3-2-34 0,3-4-164 16,0-1 88-16,1-5-75 0,-4-4-281 16,0-2 160-16,0-1-92 0,0 0-556 15,0 0 246-15,-4-5-324 0</inkml:trace>
  <inkml:trace contextRef="#ctx0" brushRef="#br0" timeOffset="-62587.7">23071 12678 1324 0,'0'0'492'15,"0"0"-268"-15,0 0-101 0,0 0-23 16,0 0 65-16,32 3 116 0,-12-3-159 15,2 0-16-15,4-1 10 0,0-1-30 16,0-2-22-16,0 4-35 16,-4 0 9-16,1 0-38 0,-1 0-89 15,-5 0-20-15,-4 0-141 0,-7 0-451 16,-3 0-4-16,0 4-329 0</inkml:trace>
  <inkml:trace contextRef="#ctx0" brushRef="#br0" timeOffset="-62436.21">23210 12764 1290 0,'0'0'224'0,"0"0"-146"0,45 0-19 16,-29 0-27-16,4 1-32 0,-1 2-41 15,-3 1-118-15,4 1-365 0,-4 2 181 16,0 2 53-16</inkml:trace>
  <inkml:trace contextRef="#ctx0" brushRef="#br0" timeOffset="-62170.6">23423 12829 153 0,'0'0'300'0,"0"0"219"16,0 0-262-16,0 0 3 0,0 0 27 15,0 0-196-15,0 0-1 0,0 0 17 16,0 0-107-16,13 13-84 0,-16-27-4 16,3-3 72-16,0-2 13 0,3 0-12 15,3 4 2-15,4 0 13 0,0 3 128 16,3 4 53-16,-4 0 20 0,4 7 132 15,-3 1-131-15,3 0-16 16,-3 4 22-16,3 4-55 0,-7 3-32 16,4 2-23-16,-1 3 31 0,1 2-66 15,-3 1-50-15,-1-1 31 0,0 0-44 16,-2-2-104-16,-1-1 82 16,0 0-89-16,0-4-228 0,-3-1 122 15,0-1-149-15,-3-4-651 0,0-2 330 16,0 1-131-16</inkml:trace>
  <inkml:trace contextRef="#ctx0" brushRef="#br0" timeOffset="-62042.48">23526 12784 796 0,'0'0'378'0,"49"-18"-212"16,-23 9-166-16,-4 2-1 0,1 0-100 15,-7 3-124-15,0 1-323 0</inkml:trace>
  <inkml:trace contextRef="#ctx0" brushRef="#br0" timeOffset="-61810.46">23798 12685 391 0,'0'0'932'0,"0"0"-714"16,0 0 4-16,0 0 92 0,0 0-135 15,0 0 5-15,-42 20 103 0,32-7-209 16,-3 0-78-16,3 1-58 0,4-2 22 15,6 2 4-15,0-4-23 0,0 0 20 16,10-3-7-16,3 1 6 0,0-3 36 16,-1 0 78-16,-2-3 63 15,0 2-3-15,-1-1-19 0,-5 0-52 16,-1-2-25-16,0 2-42 0,4 2 16 16,-7-2-3-16,0 0 18 0,0 2-31 15,-7-1-16-15,1 0-128 0,-7 0-406 16,3-2 112-16,4-1-267 15</inkml:trace>
  <inkml:trace contextRef="#ctx0" brushRef="#br0" timeOffset="-61545.28">23943 12683 1621 0,'0'0'260'16,"0"0"-40"-16,0 0 201 0,13 43-173 15,-13-24-58-15,0-4-68 0,-3 1-71 16,-4 2-51-16,4-2-39 0,0 0 38 16,0-3 1-16,3 1-33 15,0-3 33-15,0-1 0 0,0-1-63 16,6-5 44-16,4-1-45 0,-1 0-68 16,8-2 100-16,-1-1-23 0,-3-3-24 15,3-1 78-15,0 0 1 0,-6-3-82 16,-1 3-28-16,-2-1-130 15,-4 1-771-15,0 1-126 0</inkml:trace>
  <inkml:trace contextRef="#ctx0" brushRef="#br0" timeOffset="-61379.66">24040 12797 272 0,'0'0'587'15,"0"0"-330"-15,0 0-75 0,0 0-94 16,0 0-88-16,32-28-34 0,-29 21-465 16,-3-2-332-16</inkml:trace>
  <inkml:trace contextRef="#ctx0" brushRef="#br0" timeOffset="-61225.35">24011 12683 1923 0,'0'0'463'0,"0"0"-185"16,0 0 2-16,0 0-174 0,39-9-106 16,-23 4-13-16,0-2-19 0,0 2-129 15,-3-1-682-15,-3 3-433 16,-1 0 551-16</inkml:trace>
  <inkml:trace contextRef="#ctx0" brushRef="#br0" timeOffset="-60827.1">24537 12672 130 0,'0'0'1202'16,"0"0"-701"-16,0 0-222 16,0 0-4-16,0 0 164 0,0 0-201 15,0 0-56-15,0 0 38 0,0 0-106 16,0 0-48-16,10 22 29 0,-3-3 132 15,-4 0-29-15,3 1-99 16,4-2 16-16,-4-3-115 0,4-2-3 16,-3-3 1-16,-1-3 2 0,0-5-190 15,-2 0 122-15,2 0-131 0,4-2-542 16,-4 0 49-16,4-5-296 0,-4 0-509 16</inkml:trace>
  <inkml:trace contextRef="#ctx0" brushRef="#br0" timeOffset="-60672.9">24738 12731 1626 0,'0'0'542'15,"3"37"-70"-15,0-14-220 0,-3-4-6 16,3 2 46-16,-3 0-162 16,4-3-130-16,-1-1-51 0,0 1-41 15,-3-4-157-15,3-2-724 0,-3-3-248 16</inkml:trace>
  <inkml:trace contextRef="#ctx0" brushRef="#br0" timeOffset="-59869.69">25419 12810 1070 0,'0'0'323'0,"0"0"324"15,19 50-375-15,-12-38-114 0,-4-5 75 16,0 0-101-16,1-3-7 15,-1 1 22-15,0-1-51 0,0-1-45 16,1 0-47-16,-4-3 50 0,0 0-19 16,0-1 38-16,-4-7 54 0,-5-5-79 15,-1-4-33-15,0-1 33 0,1-1-48 16,-1-2-41-16,0 1 25 16,4-3 0-16,-1-1-165 0,1 1 95 15,-1 0-26-15,7 8-89 0,0 4 166 16,4 3-17-16,5 4-85 0,4-2 137 15,3 0 39-15,7-1 89 16,-4 3-25-16,1 3-33 0,-4 1-31 16,-3 0-4-16,-4 1-35 0,-2 1-228 15,-4 1 32-15,0 2-178 0,-3-3-909 16</inkml:trace>
  <inkml:trace contextRef="#ctx0" brushRef="#br0" timeOffset="-59138.06">25371 12777 1751 0,'0'0'208'0,"0"0"57"16,42 6 36-16,-20-6-207 0,-2 1-33 15,-1-1-9-15,0 0-36 16,1 0-16-16,-4 0-44 0,0-2 21 16,0 0-28-16,0-3-3 0,-3 2 54 15,-3 1 0-15,-7 0 2 0,4 0 17 16,-7 1 10-16,3 1 52 0,-3 0 41 15,3 4 58-15,-3 2 197 16,0 5-205-16,0 6-87 0,3-3-85 16,1 3 54-16,2-7-54 0,-3-2-36 15,4-3 33-15,2-2 3 0,8-3-70 16,-4 0 70-16,-1-1 0 0,1-6 2 16,-3-3-2-16,0-1 0 0,-7-3-51 15,0 1 49-15,-3-3-63 0,0 0-174 16,-10 1 153-16,-2-1-39 15,-1 4-261-15,-3 1-12 0,-1 5-131 16,4 3-252-16,7 3 602 0,3 0 179 16,0 3 388-16,3 0-268 0,0 0-113 15,6 3-7-15,4 1-7 0,9 3 7 16,0 3 111-16,4-1-36 16,0 1 0-16,-7-1 29 0,0-3-62 15,0 1 72-15,-3-2 165 0,-3 1-162 16,-1-5-46-16,-5-1 10 0,-1 1-49 15,-3-1-3-15,3-2 2 0,-3 1-9 16,0-2-22-16,0 0-107 0,0-2-149 16,-3-6-78-16,0-5-336 15,3-4 455-15,-4-3 143 0,8 0 16 16,-1 3 37-16,7 1 19 0,6 1 91 16,0 5 199-16,6 4 62 0,1 0 327 15,-4 5-281-15,4 1-34 0,-7 3 43 16,0 5-239-16,-6-1-72 0,0 1-71 15,-7 2 41-15,-3 1-62 16,0 1 24-16,-10 0-56 0,4-1-7 16,-7 0-302-16,-3 3 216 0,3-4-20 15,-3 2-168-15,0-1 190 0,3-2-27 16,6 1-48-16,1-2 194 16,6 0 82-16,0 1 228 0,0 1-136 15,3-3-68-15,3-3 7 0,4 4-11 16,3 1-67-16,6-3-19 0,-2-1-32 15,-1-3-19-15,-3-2-466 0,-1-2-36 16,1-3-256-16</inkml:trace>
  <inkml:trace contextRef="#ctx0" brushRef="#br0" timeOffset="-58599.51">26498 12899 368 0,'0'0'815'0,"0"0"348"0,0 0-724 0,-29-36-118 0,16 16-8 15,3 0-148-15,1-1-70 16,5 1-70-16,1 0 54 0,3 3-79 16,7 1-19-16,-1 3 19 0,7 3 0 15,0 4 19-15,0-2 44 16,3 5-6-16,0-1-26 0,3 4 92 16,1 3-20-16,-1 2-18 0,1 5 23 15,-4 1-108-15,0 2 47 0,-3 3-29 16,-4 2-18-16,-2-2 16 0,-1 3-16 15,-2-4 0-15,-4 3-126 16,0-5 125-16,0 1-70 0,0 0-189 16,-4-1 191-16,-2-6-57 0,3 0-270 15,-4 0 176-15,-2-4-110 0,-4 0-524 16,3 2 217-16,0-5-379 0</inkml:trace>
  <inkml:trace contextRef="#ctx0" brushRef="#br0" timeOffset="-58415.18">26485 12805 1873 0,'0'0'308'16,"0"0"209"-16,42-11-214 0,-26 10-41 15,3 1 80-15,-2 1-130 0,-1-1-87 16,0 0-118-16,-6 0 52 16,-1 1-59-16,-5 0-56 0,-1 0 40 15,3-1-9-15,-3 0-303 0,1 0 77 16,-4 0-165-16,0-2-599 0,-4 0-151 15,-2-6 431-15</inkml:trace>
  <inkml:trace contextRef="#ctx0" brushRef="#br0" timeOffset="-58153.92">26459 12582 1280 0,'0'0'442'0,"0"0"-230"0,32-4 18 16,-15 0 52-16,-1-2-160 0,-7 1 7 16,4-3 3-16,-3 0-67 0,0 2-20 15,-7 0 51-15,0 2 25 0,0-2-22 16,-3 0-9-16,0-3 27 16,0 1-15-16,-3 0 44 0,-7 0 27 15,-2 0-54-15,-5 6-81 0,5 2 53 16,2 2-91-16,3 5-43 0,1-3 8 15,6 1 31-15,-3 2-342 0,-1 1 105 16,4 0-273-16,0-2-1117 0</inkml:trace>
  <inkml:trace contextRef="#ctx0" brushRef="#br0" timeOffset="-56455.45">27280 12631 1547 0,'0'0'338'0,"0"0"-114"0,0 0 71 16,0 0-157-16,0 0-34 0,0 0 0 16,0 0-20-16,0 0-26 0,0 0-58 15,-17 7 22-15,17 2 23 0,0 5 51 16,0 5 19-16,4 2-12 0,-1 0-30 15,0-1 22-15,0 2-63 16,4-2-13-16,-1 0-11 0,4-3-8 16,0-2-112-16,-1-4 55 0,1-4-99 15,0-2-329-15,-4-3 58 16,-3-2-1-16,1 0-317 0,-1-2 230 16,-3-5-43-16</inkml:trace>
  <inkml:trace contextRef="#ctx0" brushRef="#br0" timeOffset="-56269.65">27221 12636 777 0,'0'0'652'15,"0"0"-350"-15,0 0-23 0,0 0 49 16,0 0-192-16,0 0-36 0,52-35-3 16,-26 28-14-16,-3 3-9 0,6 0 23 15,-4 0-46-15,1 3-51 0,-6 1-13 16,-1 0 13-16,-3 2-106 15,-3 3-549-15,-10 1 64 0,1 1-28 16</inkml:trace>
  <inkml:trace contextRef="#ctx0" brushRef="#br0" timeOffset="-56115.17">27250 12715 1638 0,'0'0'29'0,"42"-4"-29"0,-16-2 59 16,-3 3-43-16,0-4-16 0,-1 5-374 15,-3 0-177-15,-2 1-75 0</inkml:trace>
  <inkml:trace contextRef="#ctx0" brushRef="#br0" timeOffset="-55852.62">27525 12693 50 0,'0'0'502'0,"0"0"352"16,0 0-451-16,0 0-179 15,0 0 45-15,-42 43-143 0,26-31 16 16,6 1 71-16,0-2-84 0,4 1-30 16,0-2-19-16,2-4-3 0,4-1-58 15,0-3 4-15,7 0-23 16,6 0 25-16,6-2 36 0,0-4 15 16,1-5-22-16,-1-2-54 0,-6 0 54 15,3 0-54-15,-6-1 16 0,-4 2-12 16,-2 2-4-16,-4-2 19 0,-4 0 15 15,1 3-34-15,-6 0-136 0,-1-1 15 16,-3 4-55-16,0-1-306 16,7 3 59-16,-1 2-84 0,7 0 13 15,0 0 132-15,0 0-111 0</inkml:trace>
  <inkml:trace contextRef="#ctx0" brushRef="#br0" timeOffset="-55447.15">27525 12693 72 0,'58'-10'521'15,"-42"11"-315"-15,7 3-43 0,-4 0 65 16,1 4-166-16,-4 0-17 15,0 2-27-15,-3 1-5 0,-3 0 16 16,-4 0 117-16,0 2-22 0,-2-1 71 16,-4-3 113-16,0 0-152 0,0-3-43 15,0 0 110-15,-4-2-178 0,1 2-45 16,0-1-3-16,0-1-113 16,-4-2-85-16,1-2-42 0,3 0 81 0,-7-9 36 15,0-3 64-15,1-3 62 16,2-6 22-16,4-2 59 0,3 2-81 15,3 2 0-15,7 1 104 0,6 2-65 16,0 1 35-16,3 4 227 16,1 0-113-16,2 7-33 0,-2-1 12 15,-4 3-61-15,3 2-13 0,-9 1-4 16,0 4 1-16,-4-2-29 0,-3 2-58 16,-3 4 54-16,0 2-57 0,0 4-41 15,-6 1 40-15,0-2 1 0,-4-2-102 16,-3 1 79-16,3-1-22 15,1-1-111-15,-1 1 114 0,0-1-3 16,4-1-23-16,2 2 67 0,1-3-15 16,3-1-26-16,0-4 39 0,3 1 3 15,4 1 13-15,-1-1 48 0,1 1-35 16,3-3-24-16,2-2-4 16,1-1-60-16,4-2-455 0,-8-1-157 15,1-2-85-15</inkml:trace>
  <inkml:trace contextRef="#ctx0" brushRef="#br0" timeOffset="-54919.63">28019 12714 846 0,'0'0'670'0,"0"0"-283"0,3 46 158 15,-3-34-332-15,0-1-33 0,0 0-18 16,0-5-121-16,0-1-41 15,0-2-86-15,0 0 25 0,-3 1-55 16,3-2-239-16,0-2 180 0,0 0 7 16,-3-1-209-16,3-6 136 0,0-4 241 15,0-4 95-15,3-3 80 0,0 0-6 16,1-3 36-16,-1 1-145 16,7 2-60-16,-4-1-14 0,7 4-8 15,0 2 22-15,3 3 123 0,-3 4 64 16,0 3 110-16,-3 3 127 0,-1 0-271 15,-2 1-67-15,-4 1-35 0,0 5 54 16,0 0-10-16,-3 5-42 16,-3 2 33-16,-3 0-86 0,-1-1-87 15,-2-1 85-15,-1-2-24 0,0-2-91 16,4-1 104-16,2-2 13 0,-2-2-108 16,3 0 106-16,0 0-49 0,-1 0-70 15,4-2 102-15,0 0-45 0,7 0 23 16,2-1 41-16,4 0 38 15,0 2-19-15,3 4 58 0,-6-1-4 16,0 4-19-16,0 0 3 0,-4 2-9 16,0 0-16-16,-2 0 53 0,2 1-28 15,-6 1-41-15,0-3 53 0,0-1-69 16,-3-2 3-16,0 2-6 16,-1-4 3-16,1 3-186 0,-3-3 69 15,3-2-71-15,-1-2-625 0,1-1-206 16,3-4 30-16</inkml:trace>
  <inkml:trace contextRef="#ctx0" brushRef="#br0" timeOffset="-54685.97">28294 12696 271 0,'0'0'815'0,"0"0"-298"0,0 0 100 16,0 0-361-16,0 0 8 0,0 0 93 15,19 39-121-15,-22-25-121 0,0 0-68 16,3-1 42-16,-4 2-64 0,4-3 1 15,0 1-1-15,4-1-25 16,5-2 10-16,-2 0-10 0,-1-2 0 16,4 0-27-16,0 0 27 0,3-4 0 15,-1 4-28-15,1-6 24 0,0-2 4 16,0 0-152-16,0-2 51 0,0-6-97 16,-6 0-558-16,-1 3-218 15,-3-2-30-15</inkml:trace>
  <inkml:trace contextRef="#ctx0" brushRef="#br0" timeOffset="-54501.59">28339 12762 2163 0,'0'0'733'16,"0"0"-637"-16,0 0 32 0,0 0 70 15,0 0-58-15,0 0-57 0,39 18-80 16,-33-18-3-16,1 0 0 15,-4 0-322-15,0 0 147 0,0 0-63 16,-3-3-447-16,0 0 120 0,0 0-12 16</inkml:trace>
  <inkml:trace contextRef="#ctx0" brushRef="#br0" timeOffset="-54136.74">28394 12695 324 0,'0'0'143'16,"0"0"17"-16,0 0 130 0,0 0-111 15,26-37-35-15,-13 34-7 0,0 0-46 16,-1 2 88-16,1 1 285 0,0 3-192 15,-3 1-59-15,3 3 103 0,-3 2-79 16,-4 2-42-16,0 1 71 16,1 4-70-16,-4-4-39 0,0 1-15 15,1-2-1-15,-4 0-120 0,0-6 29 16,0 1-25-16,0-2-25 0,0 2-128 16,0-3 125-16,0 0-37 0,0 1-174 15,0-4 183-15,0 0-23 0,0-4 45 16,0-2 9-16,0-7 0 15,3-5-89-15,0-2 76 0,0 1 13 16,4 1-91-16,2 7 78 0,1 3 13 16,0 4 0-16,0 3 19 0,-1 1 31 15,1 2-40-15,0 6 106 0,3 1-28 16,-4 3-9-16,4 1 47 16,0 0-126-16,-6 1 53 0,2 2-38 15,-2-1-15-15,-4-1-9 0,-3 1 9 16,3-4 0-16,-3-4-169 0,0 4 122 15,-3-6-31-15,-4 2-101 0,1 1 163 16,-4-3-73-16,-3 1-297 16,0-3 104-16,-3-2-214 0,7-1-1022 15</inkml:trace>
  <inkml:trace contextRef="#ctx0" brushRef="#br0" timeOffset="-53556.32">28814 12658 894 0,'0'0'209'0,"0"0"-163"16,0 0-21-16,0 0 10 16,0 0-34-16,0 0 3 0,0 0 71 15,0 0 139-15,0 0 430 0,0-30-363 16,0 30-158-16,0 4-97 0,3 0 113 15,3 5 99-15,1 4 155 0,-1 4-149 16,1 1-70-16,-4 1-20 16,-3-5-11-16,3 0-81 0,-3-1-46 15,0-2 37-15,0-2-53 0,3-1-38 16,-3-4 16-16,0 2 22 0,0-4-176 16,0 0 138-16,0 0-50 0,0-2-136 15,-3 0 202-15,3 0 21 0,0-5-104 16,0-8 64-16,0-5-38 15,0-3-100-15,7-3 102 0,2 3-77 16,4 5-184-16,3 2 235 0,1 3 103 16,2 3 57-16,-3 3 114 0,0 3 86 15,-3 2 130-15,-3 0-149 0,-4 1-46 16,-2 3-13-16,-1-1-24 0,0-1-59 16,-3 6-46-16,0 3 87 15,-3 2-128-15,-7 2 53 0,0 3-54 16,1-3-8-16,-1 1-90 0,4-1 90 15,2-2 0-15,1 0-79 0,3 1 77 16,0-1 2-16,7-3-106 16,-4-3 75-16,7 2 25 0,-1-4-142 15,1 1 147-15,3-2-74 0,-3-2-171 16,-1-2 173-16,4-1-66 0,-3-4-272 16,-1-3 54-16,1 0-114 0,0-1-696 15,-4 1 75-15</inkml:trace>
  <inkml:trace contextRef="#ctx0" brushRef="#br0" timeOffset="-53324.88">29130 12658 1812 0,'0'0'742'0,"0"0"-584"16,0 0-39-16,-3 44 10 0,3-29-23 15,-3 2-36-15,3-1-47 0,0 2 21 16,0-3-9-16,3 2-3 0,3-1 51 15,1-3-83-15,-1-1 13 0,1-1-13 16,6-3 0-16,-4-4-5 16,4 0 5-16,0-2 0 0,0 0-96 15,3-2 67-15,-3 0-12 0,0-2-129 16,-3-2 32-16,0 1-90 0,-4-3-559 16,-3 1-33-16</inkml:trace>
  <inkml:trace contextRef="#ctx0" brushRef="#br0" timeOffset="-53137.41">29240 12751 2086 0,'0'0'463'16,"0"0"-122"-16,0 0 85 0,45 7-197 16,-32-7-68-16,-3-1-63 0,0-3 6 15,-4 2-104-15,-3 0-63 0,0 0 44 16,1-3-53-16,-1 1-140 0,-3-3 123 15,0 1-153-15,-3-1-672 16,-1 2-114-16,-2-4 220 0</inkml:trace>
  <inkml:trace contextRef="#ctx0" brushRef="#br0" timeOffset="-53029.39">29169 12563 756 0,'0'0'1314'0,"0"0"-771"15,0 0-401-15,0 0-32 0,36-21-43 16,-14 16-28-16,1 1-39 15,-1 1-39-15,1-2 38 0,-4 3-17 16,4 1-223-16,-4 0-407 0,-3 0-604 16</inkml:trace>
  <inkml:trace contextRef="#ctx0" brushRef="#br0" timeOffset="-52294.97">29867 12635 836 0,'0'0'293'0,"0"0"59"0,0 0-37 16,0 0-49-16,0 0 104 16,0 0-180-16,0 0-45 0,0 0 9 15,0 0 26-15,22 45 12 0,-12-21 56 16,0-2-43-16,3 0-72 0,-7 0-55 16,4-6 36-16,-4 3-114 0,-3-6 56 15,1-1-56-15,-1-3 0 0,-3-4-83 16,0-1 67-16,0-2 16 0,-3 0-137 15,-1-1 136-15,1-1-48 16,-3 0-122-16,2-4 168 0,-2-6-13 16,3-6-45-16,0-4 49 0,3-2-20 15,0-5-108-15,6 4 86 0,0-2-80 16,7 4-337-16,0 5 209 16,3 4 156-16,1 3 106 0,-4 6 210 15,3 1 9-15,-3 2 73 0,-4 1-110 16,4 2-64-16,-6 1-16 0,-1 2 28 15,-3-3-51-15,-3 2-73 0,0 0 70 16,0 4-76-16,-3 2-127 16,-7 1 96-16,1-2-26 0,-1 0-124 15,-3-3 158-15,7 0-2 0,-4 2-29 16,7-2 53-16,0 3 1 0,3 1-70 16,0-1 68-16,6 3 2 0,4-3 0 15,-4 1 10-15,4 0-10 0,3-1-48 16,-4-3-3-16,1 0-186 15,0-2-542-15,-4-3 107 0,1-2-640 0</inkml:trace>
  <inkml:trace contextRef="#ctx0" brushRef="#br0" timeOffset="-51967.29">30199 12843 2435 0,'0'0'119'0,"0"0"43"0,0 0 43 0,-16-39-112 16,16 27 10-16,0-3-1 16,-3 0-9-16,3-1-23 0,0-3-3 15,0 0 50-15,3 0-117 0,4 1 19 16,-1 4-19-16,7 2 0 0,-3 3 41 16,3 4-41-16,0 0 54 0,-1 4-29 15,1 1 79-15,4 2-38 0,-5 5-50 16,1 3 97-16,-3 2-40 0,-3 4-67 15,-1 2 110-15,-3 4-63 16,4 1-28-16,-4-1 34 0,3 1-59 16,-2-3 0-16,-1-1-2 0,-3 1 2 15,3-6-304-15,-3-1 166 0,0-3-70 16,0-2-313-16,0-4 191 16,-3-3-219-16,3 0-748 0</inkml:trace>
  <inkml:trace contextRef="#ctx0" brushRef="#br0" timeOffset="-51791.86">30180 12695 121 0,'0'0'1707'0,"0"0"-1360"16,45 10-124-16,-25-3-6 0,-1-2 34 16,4 2-123-16,-1-4-83 0,1 1-42 15,-4 0-6-15,1-2-61 0,-1-2-400 16,-3 0-86-16,-3 0-182 15</inkml:trace>
  <inkml:trace contextRef="#ctx0" brushRef="#br0" timeOffset="-51407.42">30484 12761 806 0,'0'0'421'0,"6"37"70"0,-3-16-319 0,0-2-29 16,1-3 103-16,-1 0-174 15,3-2-50-15,-2-4-2 0,-1-2-20 16,0-3-50-16,0-3-235 0,-3 0 113 15,4 2 68-15,-1-4-83 16,-3 0 187-16,0-6 97 0,0-1-17 16,0-6-80-16,-3-2-45 0,-4-3 45 15,1-4 75-15,2 1 28 0,-2-4-5 16,-1-1-98-16,1 0-62 0,3-2-240 16,3 5 221-16,6 6 81 0,4 1 218 15,0 7-134-15,3-1 46 0,-1 4 77 16,1 4-29-16,-3 2 32 0,3 0 55 15,0 7-102-15,-3 0-3 16,-1 3 118-16,-2 1-88 0,-4 3-45 16,0 1-25-16,-3 0 12 0,-3-2-50 15,0 1-79-15,-4 0 87 16,1-6-90-16,-1 1 38 0,4-3-57 16,-3-3 19-16,-1 0-213 0,1-1 175 15,-4-1-50-15,7-1-205 0,-7-3 96 16,4-5-199-16,-1-7-1044 0,1 3 247 15</inkml:trace>
  <inkml:trace contextRef="#ctx0" brushRef="#br0" timeOffset="-51043.93">30652 12729 925 0,'0'0'791'16,"0"0"-424"-16,22 48-79 0,-15-33 71 15,-7-4-237-15,6 0-7 0,-3-3-76 16,1-1-21-16,-1-4-18 15,-3-1-22-15,0 1 9 0,3-2 13 16,-3 0-86-16,0-1 86 0,0 0 39 16,0 0 108-16,0-5-35 0,-3-2-70 15,-4-7-39-15,1-3 32 0,-1-4-35 16,1-3-118-16,-1-1 54 16,1-1-112-16,0-4-334 0,6 4 121 15,0 4 217-15,9 2 130 0,1 9 42 16,3 3 201-16,3 5 279 0,0 1-177 15,3 2-17-15,1 1 52 0,-1 6-122 16,1-1-21-16,-4 5-16 16,-7 1-6-16,-2-1-48 0,-4 2-38 15,-3 2 70-15,0 0-76 0,-3-2-69 16,-7 0 77-16,4 0-89 0,-4-4-6 16,4-1 4-16,-1-1 2 0,-6-1-151 15,4-3 139-15,-1 2-65 0,0-5-328 16,7 0 244-16,0-1-68 15,-4-6-517-15,4-4 13 0,0 2-386 16</inkml:trace>
  <inkml:trace contextRef="#ctx0" brushRef="#br0" timeOffset="-50763.43">30884 12655 1355 0,'0'0'423'0,"0"0"-47"0,0 0 183 0,0 0-298 15,0 0-21-15,0 42-84 0,-3-24-54 16,0 2-23-16,3-3 26 16,0 2 30-16,0-4-53 0,6 3-82 15,-3-5 51-15,7-1-51 0,-4-2-44 16,4-2 44-16,3-3 0 0,-3-5-18 16,-1 0 18-16,1-3 0 0,0-5 16 15,0 0 9-15,-7-2 37 0,3-2-33 16,-6-2 81-16,0-1-110 0,0-2-117 15,-6-2 92-15,-4-3-85 16,-3 0-387-16,3 0 101 0,-2 0-233 16,2 8-710-16,7 4 557 0</inkml:trace>
  <inkml:trace contextRef="#ctx0" brushRef="#br0" timeOffset="-50319.88">31055 12712 232 0,'0'0'1304'0,"3"34"-645"16,-3-18-293-16,0-4 7 0,0 0 72 15,0-1-296-15,0-2-143 0,0-5 36 16,0 0-43-16,0-2 1 0,0-1-86 16,0-1 83-16,0 0 3 0,0 0 0 15,0-2 28-15,4-7-28 0,-4-4-136 16,0-6 113-16,0-4 7 15,0-1-63-15,-4 1 28 0,1-3-103 16,3 0-196-16,3 6 121 0,4 4 229 16,3 5 90-16,3 6 116 0,-1 0-42 15,5 5 169-15,-1 3-56 16,3 2-46-16,-3 6 26 0,0 1 7 16,-3 0-48-16,-6 0-135 0,-1-1 17 15,-6 1-98-15,0 0 3 0,-3 3-18 16,-3-3 15-16,-1 0-133 0,-6 0 130 15,4-2 3-15,-1 0-148 0,-3 0 129 16,6-1-18-16,1 1-156 16,0 1 192-16,2-2-49 0,4 1-89 15,0-2 123-15,0-2-2 0,4-3-137 16,2 2 108-16,0-2-54 0,4 0-153 16,3-2 168-16,0-1-61 0,-3-4-299 15,-1-2 51-15,4-1-234 0,-3-1-818 16</inkml:trace>
  <inkml:trace contextRef="#ctx0" brushRef="#br0" timeOffset="-50112.28">31275 12718 1316 0,'0'0'989'15,"0"0"-318"-15,0 0-341 16,0 0 9-16,0 0 103 0,0 0-227 16,0 0-88-16,0 0-50 0,0 0 62 15,0 0-139-15,6 46 52 0,-2-27-52 16,-1 0 0-16,0-5-104 0,3 1 82 15,-2-2-27-15,2-1-218 16,1-4 205-16,-4-2-44 0,-3-2-178 16,3-1 50-16,0 2-292 0,-3-4-1082 15,0-1 250-15</inkml:trace>
  <inkml:trace contextRef="#ctx0" brushRef="#br0" timeOffset="-49747.26">31317 12609 1042 0,'0'0'456'0,"0"0"161"0,45-5-403 0,-32 5-62 16,-3 0-13-16,-4 0-78 15,1 0-38-15,-1 3-4 0,-3 1 4 16,-3-1 18-16,4 5 185 0,-4 3 56 15,0 3-82-15,0 0 25 0,0 3-71 16,-4-3-34-16,1 1 6 16,-3 0 42-16,2 1-62 0,1-2-106 15,0 2 108-15,3-1-108 0,0 0 49 16,0 0-42-16,0-3-7 0,3-4-22 16,0-1 22-16,1-3 0 0,5 4-67 15,1-3 67-15,6 1 0 0,4-6-135 16,-4 0 107-16,3-4-91 15,-6-3-129-15,0-3 247 0,-3 4-62 16,-4-4-268-16,-3-2 150 0,-3 1-46 16,0-6-310-16,-3 6 175 0,-7 1-170 15,1 2-582-15,2 0 557 0</inkml:trace>
  <inkml:trace contextRef="#ctx0" brushRef="#br0" timeOffset="-49589.56">31475 12736 314 0,'0'0'1186'0,"0"0"-792"15,0 0-102-15,0 0 228 0,0 0-173 16,0 0 1-16,0 0 79 0,0 0-147 15,0 0-114-15,0 0-141 0,20 14 55 16,-17-13-80-16,3-1-199 16,1 0 146-16,-4-2-70 0,-3-2-261 15,0-4 28-15,0 0-270 0,-3-2-1034 16,-1 5 861-16</inkml:trace>
  <inkml:trace contextRef="#ctx0" brushRef="#br0" timeOffset="-49158.71">31491 12662 956 0,'0'0'531'0,"0"0"-141"0,0 0 155 16,0 0-245-16,39-23-56 15,-20 19-7-15,1 1-186 0,-4 2-51 16,0-2 4-16,0 2 50 0,-3 0-13 16,0 0-34-16,-6 1 47 0,-4 0-32 15,0 0-12-15,-3 2 47 16,3 3 0-16,-3 1 9 0,-6 4 105 16,-1 4-49-16,-2 4-75 0,-1-3 64 15,0 1-95-15,1-4 24 0,5-4-55 16,1 0 15-16,0-2-280 0,0-2 163 15,3-1-41-15,0 2-240 0,0-1 132 16,3-4-101-16,0 0-323 16,0 0 384-16,4-7 68 0,2 0-332 15,-2-3 169-15,-1-1 254 0,-2 3 147 16,-1 3 177-16,0 3 80 0,4-1 548 16,-4 3-184-16,3 1-133 0,1 5 11 15,-1 1-211-15,4 3-34 0,3 4 2 16,0-2-102-16,-4 0-50 15,1-5-94-15,-3-2 83 0,-4-3-93 16,0-1 35-16,-3-1-20 0,3 0-5 16,0 0 11-16,1-1 119 0,2-4 33 15,-6-3-56-15,3-7 46 0,1-2-163 16,-4 0 74-16,0-3-71 16,0 1-3-16,0 2-213 0,0 1 155 15,0 5-103-15,0 4-237 0,3 1 241 16,0 4-139-16,0 1-634 0,1 0-87 15,-1 0-31-15</inkml:trace>
  <inkml:trace contextRef="#ctx0" brushRef="#br0" timeOffset="-48853">31782 12400 255 0,'0'0'1596'0,"0"0"-1281"15,0 0 196-15,0 0-71 0,42 29-57 16,-26-4 86-16,3 6-159 16,1 4-109-16,-1 2-22 0,4 5 104 15,-1 3-97-15,1-1-137 0,-7 3 122 16,0-2-171-16,-3 1 42 0,-6 0-42 15,-1 1 0-15,-3-1-131 16,1 0 98-16,-4-3-4 0,-4-4-299 16,-5-3 250-16,-4-5-216 0,-7-9-984 15,4-5-206-15,-6-10-195 0</inkml:trace>
  <inkml:trace contextRef="#ctx0" brushRef="#br0" timeOffset="551.88">14389 14034 454 0,'0'0'346'0,"0"0"331"15,0 0-163-15,0 0-48 0,0 0-298 16,0 0-36-16,0 0 51 0,0 0-87 16,-3-1-48-16,3-1 0 0,0 0 45 15,3-3-42-15,0 2-48 16,-3-5 42-16,10 2-45 0,0-1 19 15,3 1-19-15,-4 1 0 0,7 2-41 16,-3 1 41-16,-3 2 16 0,0 0-13 16,3 4 52-16,-4 1-24 0,1 1-24 15,-3 5 47-15,-4 2-16 0,10 3-35 16,-10 5 60-16,3 2-21 16,-2 5-23-16,-4 5 88 0,0 3-50 15,-4 6-54-15,-2 3 82 0,6 0-85 16,-3 0 38-16,3-4-1 15,0-7-37-15,0-5 16 0,3-6-16 0,-3-7 0 16,10 0-23-16,-4-9 23 16,-6-1 0-16,10-2-81 0,-4-3 78 15,7-1 3-15,3-9-6 0,0-2 6 16,-3-5 53-16,3 0-31 0,-9 2 75 16,-1 1-90-16,-2 5 34 0,-4 2 0 15,0 1-41-15,0 4 34 16,0 0 13-16,0 1-9 0,0 0-26 15,-4 5 75-15,-2 4-87 0,-1 6-79 16,4 7 79-16,0 3 0 0,3 4 16 16,0 1-16-16,3 4 0 0,0 2-6 15,7 4 6-15,-3 2 0 16,9-1-36-16,-3 0 36 0,0 0 0 16,3-3-106-16,0-3 88 0,7-1 18 15,-1-2-111-15,-2-2 92 0,-1-2 19 16,0-3-135-16,-3-1 132 0,1-3-35 15,-5-2-104-15,-5 1 141 16,3-6-43-16,-10 1-99 0,0 1 131 16,-10-4-1-16,3 0 13 0,-9 1 114 15,-3 0 6-15,-4-1 22 0,-2-1 3 16,-8-3-79-16,1-1-50 16,6-1 34-16,-6-3-50 0,-1-3-396 15,1-2 82-15,6-6-246 0,10 0-1350 16</inkml:trace>
  <inkml:trace contextRef="#ctx0" brushRef="#br0" timeOffset="1175.56">15171 14748 1599 0,'0'0'607'0,"0"0"-542"0,3-37-20 0,3 15 55 0,-6-3-32 16,13-2-26-16,-6 2 0 0,-1-1-9 16,1-3-30-16,-1 4 0 15,-3-1 20-15,7 2-23 0,-3 5-5 16,-7 4 3-16,9 4-1 0,-6 4-20 15,1 4 23-15,-4 1 58 0,6 2 49 16,-3 0-24-16,4 5-18 0,-1 7 92 16,4 5-90-16,0 4-13 0,3 3-22 15,-4-2 61-15,1 1-26 16,0-3-48-16,-4 2 29 0,10-2-48 16,-3-2-51-16,0 1 0 0,-3-3-106 15,0-3-556-15,-4-4-69 0,-3-3-419 16</inkml:trace>
  <inkml:trace contextRef="#ctx0" brushRef="#br0" timeOffset="1378.07">15180 14599 881 0,'0'0'1680'0,"0"0"-1207"16,0 0-444-16,0 0-13 0,0 0 70 15,42 0 45-15,-25-3-51 0,12-2-68 16,-10 3 36-16,7-1-48 0,-4-1-60 16,1 0 9-16,-4 1-154 0,7-3-590 15,-10 3 58-15,1-2-251 0</inkml:trace>
  <inkml:trace contextRef="#ctx0" brushRef="#br0" timeOffset="1843.15">15597 14487 176 0,'0'0'1191'0,"0"0"-580"0,10 42-384 16,-7-32-36-16,-3-3-23 0,3-1-136 16,-3-3-32-16,3 2-65 15,-3 1-58-15,0-3-39 0,0 1-84 16,0-2 74-16,7-2-7 0,-7 0 105 15,0-4 74-15,0-6 26 0,0-5-26 16,0-1-36-16,3-4-16 0,4-1 13 16,2 5 20-16,-2-3 19 0,9 4 118 15,0 2 109-15,0 4 36 0,0 2 236 16,-6 2-203-16,3 4-65 16,-10 1 9-16,7 1-110 0,-4 2-44 15,-6 3-26-15,7 3 48 0,-4 3-108 16,-3 5-26-16,-3 2-15 0,-4-1-127 15,1 0-237-15,-4-3 206 0,0 0-58 16,-2-2-151-16,2 1 279 16,0-1 41-16,-6 1-48 0,13 0 64 15,-10-1 46-15,10-1 26 0,-1-1 124 16,4 0-14-16,0-1 217 0,0-1-36 16,7-1-75-16,-7-1-52 15,6-2-65-15,1-2-25 0,-4 1-45 16,7 2 19-16,3-1-48 0,3 0-52 15,3-2 4-15,-3-3-231 0,0-3-450 16,-6 0 43-16,3-3-295 0</inkml:trace>
  <inkml:trace contextRef="#ctx0" brushRef="#br0" timeOffset="2406.68">15930 14587 1934 0,'0'0'495'0,"3"46"-214"0,0-28-40 15,-3-1-122-15,0-6-71 0,0-1-48 16,0-5-25-16,0-3-97 0,0 0-184 15,0-2 109-15,0 0-36 0,0-7-211 16,0-8 372-16,0-4 72 0,0-4 46 16,0-2 19-16,0 1 9 15,0 2 46-15,0 0-45 0,0 0 3 16,7 3 84-16,-1 3-7 0,4 1 26 16,0 5 118-16,-1 1-91 0,1 3-29 15,0 3 40-15,-4 1-33 0,0 2-60 16,-2 2-35-16,-1 3 45 0,0 4-71 15,0 2-58-15,1 5 77 16,-4-1-84-16,-7 0-169 0,1-1 129 16,2 1-52-16,-5-2-144 0,2 0 211 15,4-3-32-15,0-1-70 0,0-4 124 16,3 2-26-16,0-4-101 0,0-1 130 16,3 2-32-16,0-2-44 15,7 1 76-15,-1-1 22 0,4 0 35 16,0 0 64-16,0 2-32 0,-3 2-35 15,0 0 16-15,-4-1-70 0,-6 4 34 16,7 3-18-16,-4 1-16 0,-3 4 35 16,0-4-38-16,-3 1 3 0,-4-5-196 15,7-1 145-15,-3-1-35 16,0-2-201-16,-1-3 8 0,-2 1-185 16,6-3-774-16,0 0 85 0</inkml:trace>
  <inkml:trace contextRef="#ctx0" brushRef="#br0" timeOffset="2673.33">16237 14528 914 0,'0'0'339'0,"0"0"-50"0,0 0 248 0,0 0-252 16,3 41-56-16,-3-23-106 15,0 0-65-15,-3-1 9 0,-1 1-3 16,4 1 13-16,0-2 7 0,0-1 44 15,4-3-20-15,-1 1-66 0,7-5-30 16,-4-2 14-16,0-3-26 0,4-1-20 16,6 1 20-16,0-3 0 0,1-1-44 15,-8-5 32-15,7 0-84 0,-3 0-395 16,-9 0 116-16,2 1-134 16,-3 0-656-16,0-4 495 0</inkml:trace>
  <inkml:trace contextRef="#ctx0" brushRef="#br0" timeOffset="2813.41">16291 14589 2112 0,'0'0'611'0,"0"0"-463"16,33 9-36-16,-20-9-41 15,-4 0-13-15,1 0-58 0,-3-2-151 16,-7 0-332-16,6 2-506 0</inkml:trace>
  <inkml:trace contextRef="#ctx0" brushRef="#br0" timeOffset="3078.02">16346 14523 241 0,'0'0'740'0,"0"0"-446"15,0 0-190-15,0 0-62 0,0 0 30 16,42-30 178-16,-22 21-97 0,-7 0-43 15,3 2-3-15,0 4-107 16,0 1 13-16,-3 1 0 0,-3 1-12 16,-1 0 27-16,-2 2 124 0,-4 2-54 15,4 4 18-15,-4 4 129 0,3 7-11 16,-6 1 35-16,0 3-24 0,0 2-115 16,0-3-67-16,0-1-60 15,-3 2 44-15,0-1-47 0,3-5-135 16,0 1-5-16,0-5-134 0,0-4-633 15,0-4-109-15,3-3-190 0</inkml:trace>
  <inkml:trace contextRef="#ctx0" brushRef="#br0" timeOffset="3455.46">16660 14556 1431 0,'0'0'789'16,"0"0"-44"-16,0 0-428 0,3 49-110 15,-6-32 15-15,-1-2-49 0,4 0-161 16,-6-4 4-16,6-3-32 16,0-2-37-16,0-3-263 0,0-1 160 15,0 2-112-15,0-3-443 0,6-1 202 16,-2-5 135-16,-1-6 6 0,0-2 319 16,4-5 44-16,-1 0 5 15,-3-2 19-15,1 2 4 0,-1 0-6 16,3 0-17-16,4 5 0 0,0-1 59 15,-1 5 244-15,4 3 9 0,-3 5 236 16,0 1-257-16,3 4-37 0,-4 5 175 16,-2 3-134-16,2 2-84 0,-2 2-85 15,-4 2 13-15,0 1-80 16,-3 1-47-16,0 0 66 0,0-1-78 16,-3 0-56-16,-3 0 28 0,-4-1-104 15,3 0-192-15,-2-2 267 16,-7-2-69-16,12-4-218 0,-2-2 165 0,-1-3-69 15,4-3-547-15,0 0-219 0</inkml:trace>
  <inkml:trace contextRef="#ctx0" brushRef="#br0" timeOffset="3812.59">16986 14464 1335 0,'0'0'475'0,"0"0"-157"0,0 0-4 16,0 0-10-16,0 0 23 0,0 0-240 16,0 0-87-16,-32 40-35 0,22-23-91 15,0 1 91-15,-3-3-3 16,10-2-17-16,3 0 55 0,0-2 0 16,0-1-5-16,3-2 5 0,7-3 1 15,3-1-1-15,3 0 38 16,-3-2-22-16,6 0-12 0,1-2 130 0,-4 0 4 15,0 2 18-15,0-1-22 0,4 2-30 16,-4-1-21-16,-3 1 21 16,-4 0-47-16,-2 0-42 0,-4-1 70 15,0 1-85-15,-3 2 35 0,0 0 21 16,0 1-40-16,-6 1 25 0,-1 1-9 16,-6 2-32-16,0-3-123 15,-3 0 63-15,0-3-132 0,0-2-441 16,10-2-46-16,-4 0-591 0</inkml:trace>
  <inkml:trace contextRef="#ctx0" brushRef="#br0" timeOffset="5424.58">17315 14500 34 0,'0'0'746'0,"0"0"-104"16,0 0-112-16,0 0-355 16,0 0-35-16,0 0 89 0,0 0-145 15,0 0-16-15,0 0 86 0,0 0-19 16,13 12-3-16,-9 3 117 0,-4 4-109 16,6 1-86-16,-3 1-41 15,0-2 28-15,1 1-41 0,-4-2-3 16,0-2 3-16,6-1 0 0,-3-5-64 15,-3-4 51-15,4-3 0 0,-4-3-73 16,3 0 86-16,-3 0-25 0,6 0-61 16,-2-6 86-16,2-5 0 0,4-6-23 15,3 0 20-15,-4-1 3 0,1 3-108 16,-4 1 31-16,-2 4-209 16,-1 2-623-16,-3 2 362 0,0 2 95 15,0 0-223-15</inkml:trace>
  <inkml:trace contextRef="#ctx0" brushRef="#br0" timeOffset="5563.42">17422 14560 264 0,'0'0'519'0,"0"0"-236"15,0 0 30-15,0 0-118 0,0 0 23 16,0 0 200-16,-19 39-204 16,15-29-59-16,4 3 26 0,4 2-91 15,-1-2-13-15,6 3 29 0,-2-3 15 16,3 1-12-16,-4-2-71 16,4 0 0-16,-4-2-38 0,7-2-104 15,0-4 21-15,-3-1-112 0,-1-3-521 16,-2 0 57-16,-1-1-9 0</inkml:trace>
  <inkml:trace contextRef="#ctx0" brushRef="#br0" timeOffset="6019.97">17577 14573 291 0,'0'0'656'0,"0"0"-233"16,0 0 107-16,0 0-322 0,0 0-49 15,0 0 196-15,0 0-97 0,0 0-72 16,10 35 12-16,-10-19-106 0,0-3-60 15,0 0-22-15,0-3 31 16,0-1-41-16,0-4-59 0,0-1 58 16,0-2-71-16,3 0-232 0,-3-2 127 15,3-3 3-15,0-8-45 0,1-9 215 16,-1-2 4-16,7-5 75 16,-4-1-11-16,4 3 14 0,-4 0 86 15,10 3-3-15,0 3 18 0,-3 3 41 16,3 5-67-16,-3 2-49 0,0 7-18 15,-3 2 43-15,0 2-47 0,6 5-60 16,-3 4 117-16,-7 2-33 0,1 1-63 16,-4 3 57-16,-3 0-100 0,0 2 9 15,-7-1-46-15,1 2 37 16,-4 1-221-16,1-1 217 0,-4 3-41 16,6-3-49-16,-2-2 93 0,-8 1 1 15,14-3-53-15,0-3 51 0,-4-4 2 16,7-1-57-16,0-4 57 0,0-1 0 15,0-1-72-15,4 0 72 16,2-2 0-16,-3 0-13 0,7-2-6 16,-3-4-31-16,9-5-302 0,0-3 105 15,-3-3-164-15,3 0-759 0,-10 4 143 16</inkml:trace>
  <inkml:trace contextRef="#ctx0" brushRef="#br0" timeOffset="6238.7">17874 14576 1411 0,'0'0'462'0,"0"0"-215"0,0 48 25 15,0-32-127-15,3 1-22 16,4-1 18-16,-1-3-47 0,1-1-65 16,2-1-13-16,4-1-16 0,0-3 12 15,0-2-5-15,3-2 22 0,-3-1-29 16,0-2-116-16,0 0 16 0,0-2-15 15,-3-2-357-15,-4 1-113 0,-6-2-73 16</inkml:trace>
  <inkml:trace contextRef="#ctx0" brushRef="#br0" timeOffset="6406.19">17906 14626 2831 0,'0'0'289'0,"0"0"-234"0,0 0 88 16,0 0 127-16,0 0-1 0,0 0-81 16,49 11-56-16,-36-11-132 15,-7 0 22-15,1-2-72 0,-4 0 50 16,0 1-418-16,4-2 129 0,-4 0-167 16,0-1-773-16,0 1 13 0</inkml:trace>
  <inkml:trace contextRef="#ctx0" brushRef="#br0" timeOffset="6587">17955 14529 1628 0,'0'0'487'0,"0"0"-50"0,42-26-301 16,-29 16-59-16,0 1-9 0,3-1-17 16,-3 0-51-16,0 3-10 15,0 0-3-15,0 1-80 0,-4 4-398 16,1-2 79-16,-4 3 42 0,-2 1-57 15,2 0 108-15,-3 0-33 0</inkml:trace>
  <inkml:trace contextRef="#ctx0" brushRef="#br0" timeOffset="6955.32">18158 14466 263 0,'0'0'254'0,"13"42"7"0,-6-20 88 15,-4 1-199-15,0 0-79 16,4 0-9-16,-1-1-59 0,1 0 0 16,-1-5 13-16,0 0 6 0,4-4-22 15,-3-5-62-15,2-1-82 0,-9-4-18 16,10-2 31-16,-4-1 131 15,4-6 209-15,3-7 325 0,0-3-297 0,-7-3-30 16,7-1 91-16,-9 2-136 16,5-1 34-16,-2-2 29 0,-7 0-166 15,9 0-59-15,-5 2-260 0,-1 3-34 16,0 4-10-16,0 4-20 0,4 3 230 16,-4 4 42-16,0 1 52 15,4 0 44-15,-1 0 63 0,1 6 215 16,-4 3-47-16,3 7-34 0,-6 1 78 15,4 3-156-15,-4-1-74 0,-4 0-70 16,1 2 29-16,0 0-48 0,3 2 9 16,-3 1-9-16,-1-2 0 0,4-2 0 15,4 0 0-15,-1-8 0 16,0-2 13-16,4-2 9 0,-1-4-22 16,10 0 26-16,0-2-1 0,1-3-25 15,-1-4-61-15,-3-3 61 0,3-2-89 16,-3-2-263-16,0-2 136 0,-10-2-190 15,10 5-901-15</inkml:trace>
  <inkml:trace contextRef="#ctx0" brushRef="#br0" timeOffset="7113.82">18514 14611 2972 0,'0'0'179'0,"0"0"-179"0,0 0 13 16,0 0-13-16,0 0 0 0,35 8-298 16,-28-11-170-16,-4 0-551 0</inkml:trace>
  <inkml:trace contextRef="#ctx0" brushRef="#br0" timeOffset="7526.14">18562 14498 85 0,'0'0'1364'0,"0"0"-1032"16,32 6-82-16,-22-1 203 0,0 1-195 15,-4 2-45-15,1 4-12 0,-4-1-79 16,0 0-23-16,0 3 6 0,-3-2-1 16,0 1-98-16,-3 0 36 15,0-1-36-15,0-4-6 0,-4-2-95 16,7-2 47-16,0-3-57 0,-3 0-92 15,0-1 146-15,0-2-39 0,-4-5-119 16,7-3 116-16,0 2 3 0,0 1-48 16,0 3 74-16,10 1 44 0,-4 1 20 15,4 2 168-15,3 4 48 16,3 5 66-16,0 2-93 0,0 1-24 16,0-2-38-16,-3-4-60 0,4-3-67 15,-5-1-19-15,5-2 19 0,-1-7 0 16,-3-1-19-16,0-3 19 0,-4-1 0 15,7-2-26-15,-3 0 7 16,-3 0 19-16,0-2-149 0,-4 0 57 16,1-1-148-16,-4 3-523 0,0 1 137 15,-3 3 92-15,0 5-232 0,0 1 388 16</inkml:trace>
  <inkml:trace contextRef="#ctx0" brushRef="#br0" timeOffset="7845.17">18882 14486 372 0,'0'0'1036'15,"-3"37"-581"-15,-1-14-182 0,1 0 76 16,0-1-155-16,3 0-10 0,0-2 0 15,0-1-120-15,0-3-64 0,3-6-55 16,0-2 1-16,-3-4-91 0,4-3-232 16,-1 0 99-16,3-1-47 0,-2-7-205 15,5-5 266-15,-2-3 49 16,-1-3 177-16,1 2 38 0,-4-1 140 16,7-2 92-16,-7 0-154 0,3-4-6 15,4 0-63-15,0 5-9 0,-1 0 0 16,7 6 111-16,-6 2 165 0,6 5 26 15,-3 4 323-15,0 2-268 16,-3 7-51-16,-1 2 69 0,1 5-180 16,0 2-98-16,-4 0-94 0,-2 2 111 15,-4 0-42-15,0 0-66 0,0 2 72 16,-4 0-78-16,-2 0-22 16,-1 0-22-16,-6-1 44 0,4-3-260 15,-4 2 191-15,3-4-48 0,-3-3-250 16,-3-2 134-16,10-6-100 0,-1-4-592 15,1 0 108-15</inkml:trace>
  <inkml:trace contextRef="#ctx0" brushRef="#br0" timeOffset="8095.45">19150 14492 1016 0,'0'0'1326'0,"0"0"-1071"0,0 0-84 16,0 0 118-16,32 40-14 0,-32-20-71 15,0 0-72-15,0 2-27 16,-3 1-83-16,0 0-3 0,-4 3 56 16,4-1 10-16,3-2 26 0,0-1 54 15,0-2-165-15,0-5 43 0,0-2-43 16,3-6 0-16,4-1-64 16,-1-4 64-16,4-1 0 0,6-1-12 15,0-3 12-15,0-5 0 0,1-3-93 16,-1-1 92-16,-3-1-83 0,-4-1-265 15,-2 0 159-15,6 0-139 0,-4 0-540 16,-2 2 165-16,-4 2-81 16</inkml:trace>
  <inkml:trace contextRef="#ctx0" brushRef="#br0" timeOffset="8279.05">19302 14621 798 0,'0'0'1620'0,"0"0"-1089"16,0 0-169-16,0 0-168 0,0 0-99 15,32 3-82-15,-19-10-26 16,0 1 3-16,-3 1-241 0,-4 0-39 16,-3 2-67-16,0 0-176 0,-3-1 205 15,4 1-128-15,-4 1-707 0</inkml:trace>
  <inkml:trace contextRef="#ctx0" brushRef="#br0" timeOffset="8440.04">19224 14436 2623 0,'0'0'447'0,"0"0"-131"15,42-25 30-15,-22 16-173 0,-4 1-54 16,0 0-37-16,10-3 62 0,-4 6-144 16,-2-1-22-16,2 1 22 0,-2 0-143 15,-1 4-220-15,0-1 275 0,1 1-112 16,-1-2-724-16,-3 1-379 0</inkml:trace>
  <inkml:trace contextRef="#ctx0" brushRef="#br0" timeOffset="10592.12">19932 14569 691 0,'0'0'307'15,"0"0"-96"-15,0 0 56 0,0 0-23 16,0 0-49-16,0 0 97 0,0 0-120 16,0 0-20-16,0 0 48 0,0 0-72 15,-23 7-31-15,23-6 9 0,0-1-7 16,0 1-35-16,0 1-58 0,0-2 29 16,6 0-35-16,1 0 1 15,3 3 63-15,2-2-4 0,11 0-50 16,0-1 41-16,3 0-51 0,-1-3-16 15,4-2-6-15,4-3-36 0,-4-2-766 16,-10 1-487-16</inkml:trace>
  <inkml:trace contextRef="#ctx0" brushRef="#br0" timeOffset="11240.62">20671 14444 359 0,'0'0'714'0,"0"0"-659"0,0 0 17 16,0 0 84-16,0 0-32 0,0 0-11 16,0 0 118-16,26 34-39 0,-16-12 2 15,-4 4 98-15,-3 2-128 0,4-2-48 16,-4 2-77-16,0-1-14 0,1 0-25 15,-1-3-39-15,0-3-45 16,0-2-203-16,0-6-527 0,-3-5 260 16,0-2-140-16</inkml:trace>
  <inkml:trace contextRef="#ctx0" brushRef="#br0" timeOffset="11487.21">20639 14430 1695 0,'0'0'82'0,"0"0"77"16,0 0 230-16,45-3-166 0,-25 2-46 16,-1 0 13-16,-3 0-84 0,3 1-42 15,-2 0-64-15,2 0 29 0,-3 3-29 16,0 0-93-16,-3 2 16 0,-3 2-103 15,-4-1-379-15,-2-1 36 16,-4-3-115-16</inkml:trace>
  <inkml:trace contextRef="#ctx0" brushRef="#br0" timeOffset="11627.36">20720 14544 1913 0,'0'0'172'0,"35"-5"55"0,-19 1 54 16,0 4-229-16,1 0-52 0,-4 0-7 16,3 0-15-16,-3 2-62 0,3 2-451 15,-3-1 71-15,0-1-266 16</inkml:trace>
  <inkml:trace contextRef="#ctx0" brushRef="#br0" timeOffset="11840.15">21049 14514 1074 0,'0'0'205'15,"0"0"124"-15,7 40 180 16,-7-22-217-16,0 1-134 0,-4 1 52 16,1-1-75-16,0-1-45 0,0-1-90 15,-1-2 0-15,1 1-39 0,3-4-347 16,0 1-51-16,0-4-105 0,0-4-879 15</inkml:trace>
  <inkml:trace contextRef="#ctx0" brushRef="#br0" timeOffset="12260.68">21246 14533 1712 0,'0'0'143'15,"0"0"51"-15,0 0 159 0,0 43-126 0,0-28-21 16,-3 2-52-16,0-3-74 16,-1-1 6-16,1-4-41 0,0-3 13 15,3-1-58-15,0-2-10 0,0-1-6 16,-3-2 16-16,3 0-105 16,0 0 79-16,0-5 24 0,-3-7-91 15,-1-2 58-15,-2-1-4 0,3-1-22 16,-1 0 48-16,4 3 7 0,0 3-104 15,0 3 62-15,0 3-13 0,0 2-27 16,4 0 59-16,-4 2 29 0,6 0 9 16,1 5 91-16,2 5-13 15,7 7 32-15,1 2-29 0,-1 0-22 0,0-3-20 16,-3-3-6-16,3-3-42 16,0-3 3-16,0-2-3 0,0-3 0 15,-3-2-30-15,-3-2 30 0,0-3 0 16,-1-3 3-16,-2-2 68 0,-4-2-14 15,0-2 1-15,-3 0 37 16,0-2-92-16,-3 1-3 0,-3-2-44 16,-4 2-157-16,0-2-466 0,0 4-40 15,1 2-300-15</inkml:trace>
  <inkml:trace contextRef="#ctx0" brushRef="#br0" timeOffset="12435.18">21618 14662 703 0,'0'0'170'0,"9"45"-40"16,-6-26-22-16,-3-6-107 0,0-1-1 16,-3-4-222-16,0-5-78 0,0 1-19 15</inkml:trace>
  <inkml:trace contextRef="#ctx0" brushRef="#br0" timeOffset="12640.75">21588 14757 160 0,'0'0'430'0,"-22"-34"-91"15,15 12 26-15,-2-4-101 16,2-1-95-16,1 0-7 0,6 0-97 16,3-1-10-16,7-1 52 0,6 2-19 15,3 2 67-15,4 3 162 0,-1 5-41 16,-2 3 45-16,-1 6 47 0,4 4-150 16,-4 4-68-16,-6 1-86 15,0 8 39-15,-6 4-59 0,-1 3-32 16,0 5 106-16,-6-1-59 0,0 3-37 15,-6 0 43-15,0-2-65 0,-4-2-12 16,0-2-1-16,-3-2 13 0,0-3-161 16,-3-2 160-16,6-2-64 0,-2-4-293 15,-1-4 163-15,0 0-189 16,3-8-853-16,0 1 94 0</inkml:trace>
  <inkml:trace contextRef="#ctx0" brushRef="#br0" timeOffset="12910.74">21818 14509 466 0,'0'0'662'0,"26"48"-89"0,-17-23-398 16,-2-4-22-16,-1 0 70 16,4-2-167-16,0-5-40 0,-4-4 17 15,1-3 12-15,-1-3 49 0,0-3 164 16,4-1-39-16,-3 0-8 0,2-1 44 15,-2-6-68-15,-1-2-38 0,4-6-8 16,-4-3 14-16,-2 0-124 0,-1-2 13 16,-3 2-29-16,-3-5-15 0,-4-1-127 15,-3 2 71-15,1-2-98 16,2 4-241-16,4 7 155 0,0 2-183 16,6 7-415-16,0 0 445 0,4 0 19 15</inkml:trace>
  <inkml:trace contextRef="#ctx0" brushRef="#br0" timeOffset="13376.4">22234 14428 1116 0,'0'0'397'16,"0"0"207"-16,0 0-251 0,0 0-88 15,0 0 56-15,0 0-171 0,0 0-60 16,0 0-49-16,0 0 12 0,0 0-53 15,-32-8-102-15,16 20 99 0,3 2-22 16,3 0-39-16,7-1 64 16,3 0 0-16,3-3-23 0,4 2 4 15,6-3-22-15,3-1-17 0,3-3 58 16,4 0 0-16,-4-1 1 16,4 2 15-16,-4-1 10 0,-6 0-26 15,0 3 45-15,-3 0-33 0,-4 1 4 16,-2 2 13-16,-4-1 6 0,-4 0 4 15,-2 0 63-15,-7 1-48 0,0-3-54 16,0 0 0-16,-3 0 0 0,0-4-262 16,0 0 141-16,3-4-37 0,0-2-261 15,0-5-24-15,6-1-211 16</inkml:trace>
  <inkml:trace contextRef="#ctx0" brushRef="#br0" timeOffset="13719.68">22425 14451 906 0,'0'0'316'16,"0"0"-140"-16,0 0-94 0,0 0 35 16,0 0 299-16,0 0 388 0,0 0-540 15,0 0-152-15,0 0-71 0,-13 10 23 16,3 3-64-16,4-3 13 16,3-1-29-16,3 1 16 0,0-1-83 15,3 1 82-15,7 0-28 0,-1 0-70 16,4-2 99-16,3 1 3 0,-3 1 4 15,3-1 104-15,1 1-8 0,-4 3 11 16,-1-3 4-16,-2 1-52 0,-3 0-66 16,-4-1 67-16,0-1-33 0,-3 3-34 15,-3-3 92-15,-4-3-54 16,1 3-29-16,-4-1 82 0,-3 1-69 16,0 0 16-16,-3-2-16 0,7-4-22 15,-1-3-82-15,-3 0 63 0,3-4-157 16,1-4-380-16,-1-3-19 0,3 2-598 15</inkml:trace>
  <inkml:trace contextRef="#ctx0" brushRef="#br0" timeOffset="14044.35">22645 14510 255 0,'0'0'692'16,"0"0"-383"-16,0 0-49 0,0 0 111 16,0 0-131-16,0 0 32 15,0 0 160-15,0 0-191 0,0 0-36 16,0 0 33-16,16 5-63 0,-13 0-49 16,3 4-57-16,-2 5 53 0,2 4-39 15,-6 1-80-15,3 4 87 0,-3-1-90 16,0-3 50-16,0 1-50 15,0-4 0-15,4 0-28 0,-1-4 28 16,0-1 0-16,0-5-97 0,4-1 82 16,2-3 15-16,1-2-123 0,6 0 110 15,-3-2-18-15,-3-4-209 0,3-2 117 16,-3-3-157-16,-4 2-733 16,0 2 8-16,-2-2-174 0</inkml:trace>
  <inkml:trace contextRef="#ctx0" brushRef="#br0" timeOffset="14203.37">22712 14602 957 0,'0'0'1294'0,"0"0"-1025"16,42-4 101-16,-32 1-216 0,-3-1-122 15,-4 2-32-15,3-1-25 0,1-1-145 16,-4-1-537-16,0 1 77 0,-3 0 27 15,0 2-338-15</inkml:trace>
  <inkml:trace contextRef="#ctx0" brushRef="#br0" timeOffset="14619.52">22742 14496 1477 0,'0'0'368'0,"0"0"-60"0,32-18 158 15,-16 9-279-15,7 2-7 0,-4 2 112 16,4 1-22-16,-1 2-20 0,-2 2 102 15,-1 2-165-15,-6 5-187 0,-3 6 25 16,-4 0-25-16,-3 4 0 0,-3 0 24 16,0 4 4-16,-3-3-28 0,-3 1 38 15,-4 0-23-15,0-3-15 16,1-1-193-16,-1-3 112 0,0-4-32 16,4-1-183-16,-1-4 202 0,4-3-33 15,0 0-233-15,-4-2 165 0,4-8 12 16,3-2-91-16,0-4 174 0,10 3-17 15,-1 2-9-15,8 4 126 16,-1 4 75-16,0 3 145 0,3 3 2 16,1 5-19-16,-4 0 85 0,3 0-68 15,1-2-39-15,-1-1 5 0,4-1-19 16,-1-4-38-16,-2 0-1 16,-4-4 43-16,0-4-106 0,-3 1-34 15,0-3 28-15,-7-1-59 0,4 0-10 16,-7 1 10-16,0-3 0 0,-3 2-46 15,0-3-7-15,-3 1 44 0,-3-3-296 16,-1 1 167-16,-6-2-171 0,0 3-884 16,4 3-460-16</inkml:trace>
  <inkml:trace contextRef="#ctx0" brushRef="#br0" timeOffset="16318.37">20429 14151 835 0,'0'0'335'0,"0"0"180"0,0 0-265 15,0 0-43-15,0 0 82 0,0 0-170 16,0 0-48-16,-6 39-29 16,6-24-29-16,0 2-13 0,0-2-126 15,0-4-181-15,0-1-160 0,0-6-911 16</inkml:trace>
  <inkml:trace contextRef="#ctx0" brushRef="#br0" timeOffset="16487.72">20523 14185 189 0,'0'0'1221'0,"0"0"-1120"15,6 37-101-15,-3-20-64 16,-3-6-307-16</inkml:trace>
  <inkml:trace contextRef="#ctx0" brushRef="#br0" timeOffset="17344.94">23394 14191 1785 0,'0'0'377'0,"0"0"88"16,0 0-268-16,0 0-53 0,0 0 23 15,0 0-121-15,-6 32-46 0,2-23-234 16,1-2-30-16,0 1-85 0,3-2-726 15,-3-1-184-15</inkml:trace>
  <inkml:trace contextRef="#ctx0" brushRef="#br0" timeOffset="17514.74">23497 14190 1577 0,'0'0'608'0,"0"0"-346"15,0 0 170-15,0 38-237 16,0-21-28-16,-3 0-84 0,3-5-83 16,3 2-99-16,1-6-421 0,-1-2-43 15,0-3-194-15</inkml:trace>
  <inkml:trace contextRef="#ctx0" brushRef="#br0" timeOffset="34224.28">24053 14515 248 0,'0'0'130'15,"0"0"-35"-15,0 0-19 16,0 0-76-16,0 0-13 0,0 0 0 16,0 0 13-16,0 0 31 0,0 0 282 15,-19 5-130-15,15-5-33 0,4 0-136 16,0 0 178-16,0 0 289 0,0 0 41 15,0 0-312-15,0 0-30 0,0 0 45 16,0 0-52-16,0-1-36 0,0 1-45 16,0 0-6-16,0 0-54 0,0 0-13 15,0 0 19-15,4 0-38 16,-4 0-3-16,0 1 3 0,6 2 35 16,-3-1-29-16,4 2 73 0,2 0-79 15,7-2 25-15,4 0-25 0,2 0 0 16,-2-2-72-16,2 0 71 15,1 0-139-15,-4 0-508 0,-6 0-66 16,0 0-644-16</inkml:trace>
  <inkml:trace contextRef="#ctx0" brushRef="#br0" timeOffset="34928.64">24721 14483 799 0,'0'0'518'0,"0"0"70"0,0 0-334 0,0 0-2 16,0 0 180-16,0 0-201 0,0 0-58 16,0 0-42-16,0 0-30 0,0 0-34 15,4-28-38-15,-8 28 43 0,-2 0-49 16,0 4-8-16,-4 3 26 15,0 5-41-15,-3 3 4 0,4 2-4 16,2 0 9-16,1 0 7 0,2-1 40 16,4 1-52-16,4 0 30 0,2-2-5 15,4-2-29-15,-1-1 9 16,8-3-9-16,2-4 0 0,0-2 3 16,4-3-3-16,0-3 0 0,-4-3 25 15,-3-2-15-15,-3-1-10 0,-3-2 31 16,-1 0 10-16,-5-2 6 0,-1 0-44 15,-3-3 114-15,0 1-36 0,-7-3-81 16,-2 1 99-16,-7-2-99 0,-1 2-12 16,1 0-19-16,-3 3-19 0,6 5-236 15,0 4 268-15,7 3-33 16,2 2-84-16,-2 0 134 0,3 2-72 16,-1 2-222-16,1 1 117 0,3 3-113 15,3-2-510-15,10 1 161 0,-3-2-31 16</inkml:trace>
  <inkml:trace contextRef="#ctx0" brushRef="#br0" timeOffset="35157.75">25002 14457 862 0,'0'0'544'0,"0"0"-206"0,0 0 159 16,0 0-235-16,4 38-4 0,-4-19 15 15,0 1-113-15,0-4-48 0,0 0-81 16,3-2 4-16,0-3-35 0,0 1-56 16,1-1 53-16,2-3-55 15,-3-1-271-15,1-3 39 0,-1-3-182 16,3 0-656-16</inkml:trace>
  <inkml:trace contextRef="#ctx0" brushRef="#br0" timeOffset="35390.31">24983 14394 2418 0,'0'0'209'0,"0"0"-57"0,0 0-39 16,0 0-4-16,0 0 54 0,0 0 38 15,36-6-71-15,-14 5-60 0,-2-3-67 16,5 2 45-16,-5-3-48 0,-1 5 0 15,-3 0 0-15,0 0 0 0,-3 4-88 16,-3-1 69-16,-7 0-140 0,-3-1-395 16,0 3 128-16,0 1-213 0,-3 1-956 15</inkml:trace>
  <inkml:trace contextRef="#ctx0" brushRef="#br0" timeOffset="35561.38">24960 14510 737 0,'0'0'498'0,"0"0"49"0,0 0-187 16,0 0-55-16,0 0 62 0,49 4-196 15,-36-6-50-15,3 0-69 16,-3 1-17-16,3 1-35 0,-3 0-99 16,3 0-10-16,-3 0-184 0,0 0-832 15,-3 0-304-15</inkml:trace>
  <inkml:trace contextRef="#ctx0" brushRef="#br0" timeOffset="35778.35">25280 14489 1017 0,'0'0'775'0,"0"0"-392"16,0 0 31-16,0 0-214 0,0 0-59 15,0 0 58-15,0 0-8 0,0 0-41 16,0 0-39-16,3 43 9 15,-3-29-38-15,4 1-82 0,-4 0 54 16,3-4-54-16,-3 0-52 0,3-3 24 16,-3-2 6-16,0-1-222 15,0 0 91-15,0 1-99 0,0 0-560 16,0-3 160-16,-6-1-65 0</inkml:trace>
  <inkml:trace contextRef="#ctx0" brushRef="#br0" timeOffset="35994.99">25193 14457 1931 0,'0'0'360'0,"0"0"-36"16,0 0 110-16,0 0-198 0,32-16-70 16,-16 10-55-16,4 3-10 0,-1 0-41 15,1 2-38-15,-4 1 63 0,0 0-85 16,3 1 16-16,-3 2-29 15,4 1 13-15,-4 1-148 0,3 1 63 16,-3-1-156-16,1 1-455 0,-4-1 75 16,-7-2-389-16</inkml:trace>
  <inkml:trace contextRef="#ctx0" brushRef="#br0" timeOffset="36317.66">25510 14458 1655 0,'0'0'361'0,"0"0"-69"0,0 0 189 16,0 0-202-16,0 0-65 0,0 0-58 16,0 0-83-16,0 0-38 0,0 0-10 15,0 0 102-15,-4 37-23 16,1-21-28-16,0-1 49 0,0 0-94 16,-1-3 2-16,1 2 7 0,3-3-40 15,0-1-28-15,0 0 28 0,0-5 0 16,3 1-68-16,4 1 40 15,-1 1 19-15,7 1-196 0,3-5 165 16,1-1-49-16,-1-3-213 0,0-1 165 16,0-3-23-16,0-1-36 15,0 1 109-15,-3-4-54 0,-6 4-202 16,-1 1 175-16,1 1 22 0,-7 1-173 16,0 0-13-16,0-1 23 0,0 0-167 15,0 1 49-15</inkml:trace>
  <inkml:trace contextRef="#ctx0" brushRef="#br0" timeOffset="36436.93">25558 14587 1352 0,'0'0'312'0,"0"0"-59"16,0 0 78-16,0 0-224 0,0 0-39 15,39-14-46-15,-33 8-22 0,1-4-188 16,-1 2-826-16</inkml:trace>
  <inkml:trace contextRef="#ctx0" brushRef="#br0" timeOffset="36628.16">25535 14443 212 0,'0'0'2122'0,"0"0"-1596"0,0 0 69 15,0 0-285-15,0 0-83 0,0 0-79 16,0 0-17-16,0 0-131 0,0 0-38 15,52-18 13-15,-33 13-22 0,4 0-342 16,-4 0 28-16,-2 0-376 0,2-2-1687 0</inkml:trace>
  <inkml:trace contextRef="#ctx0" brushRef="#br0" timeOffset="40852.61">26330 14396 23 0,'0'0'124'16,"0"0"911"-16,0 0-482 0,0 0-212 16,0 0 164-16,0 0-273 0,29-34-17 15,-29 29 43-15,0 1-95 16,0-2-43-16,0 3-9 0,-6-1 18 15,2 1-63-15,-5 1-53 0,-1 2 53 16,-6 0-66-16,0 5-16 0,-4 4 16 16,4 2 0-16,0 0-78 15,3 3 65-15,0-1 13 0,0 3-72 16,4-3 71-16,2-1 1 0,1-3-48 16,2-3 46-16,4-1 2 0,0 0-104 15,10 4 104-15,6-4-29 0,10-1 10 16,3-2 19-16,3-2 7 0,-3 0 15 15,4 0 6-15,-7 1-28 0,-4 2 10 16,-2 2-10-16,-4 2 0 0,-3-1 3 16,-7 0-3-16,4 1 0 0,-10 2 19 15,3 0 10-15,-3 0 8 16,0-3-30-16,-6-1 68 0,-1 5-68 16,-6-1 30-16,-3 0-27 0,0-3-10 15,3 0-148-15,0-4 146 16,0-2-55-16,7 0-159 0,-1-1 172 15,7-3-55-15,0-5-179 0,3-5-157 16,7-5-79-16,6-1-146 0,4-3 468 16,-4 3-49-16,3-1-303 15,1 3 312-15,-4-2 124 0,0 6 108 16,0 0 98-16,-6 6 88 0,-1 1 349 16,-2 4-193-16,-4 2 74 0,4-1 156 15,-1-1-288-15,-3 3-61 0,4 0-21 16,-4 6-93-16,3 3-25 0,-2 4-8 15,-1 2 14-15,-3 3-27 0,0-3-24 16,3-3 24-16,0 0-63 0,-3-4 29 16,4-3-26-16,-1-1-3 0,-3-1-46 15,6-1 46-15,-3-2 0 16,4 0 13-16,3-1 0 0,3-6-13 16,-1-1 25-16,-2-3-18 0,0 0-7 15,-7 3-75-15,0 2 53 16,1 2-70-16,-1-3-148 0,-3 2 118 15,0 0-61-15,0 2-49 0,0 3 229 16,0 0-10-16,0 3 13 0,-3 2 16 16,-1 1 58-16,1 4 133 15,0 1-18-15,3 5-3 0,0-2-56 16,3 1-15-16,4-3-26 0,-1-2-13 16,0-1-3-16,1-3-73 0,-1-1-13 15,4 2-15-15,3-1 28 0,0-1-248 16,0-4 63-16,-3-1-129 0,2 0-733 15,-5-4 75-15</inkml:trace>
  <inkml:trace contextRef="#ctx0" brushRef="#br0" timeOffset="41019.41">26889 14371 912 0,'0'0'1138'0,"0"0"-772"15,0 0-43-15,9 45 56 0,-5-29-149 16,-4 0-52-16,3 1-67 0,-3 1-32 16,3-1-79-16,-3-1-90 15,0 0 49-15,7-2-111 0,-4-3-344 16,0-1 104-16,-3-4-328 0,3-2-1105 0</inkml:trace>
  <inkml:trace contextRef="#ctx0" brushRef="#br0" timeOffset="41440.78">27131 14580 1863 0,'0'0'130'16,"0"0"-104"-16,0 0-25 0,3 34 1 15,-3-32-2-15,0 0-39 0,0 0-26 16,0-2 65-16,0 0 176 0,-3-3-102 16,0-5 33-16,-1-2 265 15,-2-9-202-15,3-2-31 0,0-3-91 16,-4-3-48-16,7 0 0 0,-3 1-100 16,3 3 4-16,6 4 48 0,4 3 48 15,0 4 80-15,3 2-3 0,0 7 138 16,-1 2-4-16,-2 1-36 0,0 1 68 15,0 2-1-15,-7 0-66 0,0 3-67 16,3 3 52-16,-2 0-83 0,-8 7-66 16,4-2 87-16,-3 2-99 0,-3-4 34 15,-4 1-34-15,4-5 0 16,-4 0-160-16,3-2 160 0,4-3-105 16,-3-1-295-16,3-2 243 0,-1 4-108 15,-2-4-453-15,6 0 11 16,0-9-504-16</inkml:trace>
  <inkml:trace contextRef="#ctx0" brushRef="#br0" timeOffset="41802.56">27315 14448 1388 0,'0'0'517'0,"0"0"-72"0,0 45 61 16,-3-29-256-16,3-2-20 0,-3 0 72 15,3-2-122-15,-4-2-108 0,4-1-50 16,0-2 16-16,0-4-38 0,0-1-28 15,0 0 25-15,0-1 3 0,0-1-59 16,0 0 59-16,0-3 47 0,0-4-44 16,-3-6 13-16,0-3-16 0,-4-5-35 15,4-2 33-15,-3 1 2 16,3-3-192-16,3 1 119 0,0 3-6 16,6 4-163-16,7 2 215 0,0 6 27 15,3 2 44-15,3 1 100 16,1 4 1-16,-1 2 20 0,0 1 1 15,-6 3-49-15,0 3-54 0,-6 2 77 16,2 4-44-16,-5-1-52 0,-4 7 89 16,0-6-133-16,-4 4 62 15,-2-3-44-15,3 0-18 0,-7 0-164 16,4-3 163-16,-1-1-95 0,4-4-238 16,0-2 224-16,-1-1-76 0,1-3-402 15,3 0 55-15,0-3-277 0,0-2-867 16</inkml:trace>
  <inkml:trace contextRef="#ctx0" brushRef="#br0" timeOffset="42060.29">27573 14386 1260 0,'0'0'638'0,"0"0"-281"16,0 0 153-16,0 35-179 0,-3-18-54 15,-3 2 22-15,3-1-120 16,-4-2-75-16,1 1-60 0,2-2 54 15,4 1-98-15,0-5 3 0,0 0-28 16,7 0 25-16,-1-3-170 0,4-1 167 16,3 0-35-16,0-2-134 15,0-3 171-15,3 0-14 0,0-2-102 16,-3 0 104-16,-3-3-82 0,-1 0-272 16,-5 0 59-16,2-1-196 0,-6 1-904 15</inkml:trace>
  <inkml:trace contextRef="#ctx0" brushRef="#br0" timeOffset="42694.82">27609 14493 1394 0,'0'0'903'0,"0"0"-506"0,0 0-56 16,0 0 7-16,0 0-205 0,36 6-111 15,-27-6-10-15,-2-3-44 16,2 0 0-16,1-2-287 0,-4 0 162 15,-2-2-84-15,2 0-451 0,-6 1 98 16,3-2 99-16,1 3-92 0,-4-1 407 16,0-1 170-16,3 2 144 15,-3-1 195-15,0 1 42 0,0 1 370 16,0 1-407-16,3 0-70 0,-3 3 32 16,3 0-142-16,1 0 15 0,2 4 158 15,-3 0-138-15,4 2-44 0,-1 1-49 16,1-1 39-16,2 0-52 0,-2 2-71 15,2-2 112-15,-2 0-110 0,3-1 20 16,-4 0 8-16,1 1-52 0,-4-2 25 16,-3 1-25-16,3-3 0 0,0 2 12 15,-3-3-12-15,0 0 0 16,3-1 25-16,1-2 12 0,-1-6 25 16,3-4-50-16,1-4 98 0,-4-1-110 15,0 2 34-15,1 3-34 16,-4 2 0-16,3 3 28 0,-3 5-28 15,3-1 0-15,0-2 21 0,0 4 71 16,1 0-71-16,-1 1 25 0,3 0 49 16,-2 1-95-16,-1 5 52 15,0-1-25-15,0 1-27 0,-3 4 0 16,4-3 0-16,-4 2 0 0,0 0-128 16,-4 3 92-16,1-3 17 0,0 0-260 15,-4 0 279-15,1-3-58 0,3 1-127 16,-4 1 160-16,1 0 25 0,-1 0-61 15,4-1 61-15,0 1 0 0,3-1-25 16,-3 0 25-16,3-2 0 0,3 1-18 16,0-1 18-16,4 1 0 0,-1-3 28 15,7 1 25-15,0-1-53 16,0-2 3-16,0-1-34 0,-4 0 31 16,1-1-295-16,3-2 21 0,-3 1-181 15,-1-2-650-15,-2 2 44 16,-1-4 23-16</inkml:trace>
  <inkml:trace contextRef="#ctx0" brushRef="#br0" timeOffset="42880.27">28055 14427 915 0,'0'0'1622'0,"0"0"-1024"0,0 0-212 16,0 0-165-16,0 0-16 0,-10 32 15 15,7-13-55-15,0-2-165 0,3 0 24 16,0-1-25-16,0 0 1 0,0-3-137 15,3 1 134-15,0-5-79 0,3-2-216 16,-2-3 197-16,-1 2-73 0,0-2-416 16,4-2-91-16,-4 1-449 15</inkml:trace>
  <inkml:trace contextRef="#ctx0" brushRef="#br0" timeOffset="43052.32">27958 14360 726 0,'0'0'2117'16,"0"0"-1633"-16,39-4-69 15,-23 1-201-15,0-1-53 0,3-1-96 16,4 1 26-16,3 0-91 0,0 1-166 16,-1 0 90-16,8 2-87 0,-4-1-270 15,-3 2 34-15,3 0-359 0,-10 0-1342 16</inkml:trace>
  <inkml:trace contextRef="#ctx0" brushRef="#br0" timeOffset="43547.34">28365 14365 737 0,'0'0'1061'15,"0"0"-853"-15,0 0-59 0,0 0 55 16,0 0 48-16,0 0 32 0,-3 41 39 16,-10-19-128-16,0 1-24 0,0-1 44 15,-3-3-33-15,6-1-96 0,0-5-58 16,1 1-44-16,5-6 16 0,1-3-252 15,0-1 129-15,0-2-63 0,3-1-283 16,0-1 86-16,3-4-24 0,3-7-180 16,7-5 443-16,-3-1 124 15,0-3 20-15,-1 4 36 0,1-2-36 16,0-1-6-16,-1 2-78 0,4 2 15 16,0 3 17-16,-6 4 52 0,-1 2 13 15,1 4 374-15,-4 2 22 16,0 0 22-16,7 4 144 0,-4 4-215 15,7 8-142-15,-3 4-22 0,0 3 42 16,-1-4-38-16,-2 0-86 0,-1-4 28 16,4 2-142-16,-4-4-9 0,1-1-28 15,-1-3 37-15,-3-3-297 16,1-2 172-16,-1 0-152 0,-3-1-597 16,0-2-102-16,0 2-273 0</inkml:trace>
  <inkml:trace contextRef="#ctx0" brushRef="#br0" timeOffset="43701.46">28352 14484 2238 0,'0'0'398'0,"0"0"-67"16,52 0 50-16,-36 0-200 0,3 0-64 16,0-3-117-16,1 0 0 0,-4 0-177 15,-3-3-566-15,-3 3-444 16,-4-1-174-16</inkml:trace>
  <inkml:trace contextRef="#ctx0" brushRef="#br0" timeOffset="44047.36">28562 14378 1365 0,'0'0'1019'15,"9"33"-509"-15,-5-12-21 0,-1 2-33 16,0-2-255-16,0-1-141 0,1-1-19 15,-1-4-16-15,0 0-25 0,0-5-85 16,4-2 70-16,-4-3-18 0,0-2-67 16,7-2 100-16,0-1 0 15,3 0 22-15,-1-7 6 0,5-3-28 16,-8-1-41-16,1-3 23 0,0 2-52 16,-4-1-217-16,-3 1 192 0,1 4 22 15,-1 1-16-15,0 4 89 16,-3-3 16-16,3 3 54 0,-3 1 98 15,0 2 3-15,4 0-36 0,-4 10 10 16,3 4-10-16,0 5 52 0,0-1 48 16,0 3-72-16,1-6-74 15,-1 4 89-15,7-3-117 0,-4-3-33 16,4 0 81-16,3-1-109 0,3-3-73 16,-7-2 46-16,4-1-102 0,-3-3-508 15,-3-2 44-15,-4 1-853 0</inkml:trace>
  <inkml:trace contextRef="#ctx0" brushRef="#br0" timeOffset="48833.88">25167 15078 408 0,'0'0'192'0,"0"0"163"15,0 0 46-15,0 0-248 0,0 0-7 16,0 0 78-16,0 0-100 0,0 0 6 16,0 0 116-16,7-18-94 15,-7 17-4-15,3-3 97 0,-3 2-82 16,0-1-13-16,3 2 42 0,-3 0-43 15,0 1-42-15,0 0-31 0,0 0 37 16,0 0-91-16,0 0 10 16,0 0-13-16,0 1-19 0,0 3-101 15,0 2 101-15,0 3 0 0,0 7-1 16,3 4 1-16,1 3 0 0,-1 3 6 16,0 5-6-16,0 3 0 0,-3 2 3 15,0 2-3-15,3 2 0 0,-3-3-6 16,0-2 6-16,-3-3 0 0,3-1-34 15,0-2 21-15,-3-1 13 0,3-5-136 16,-3-2 120-16,0-4-44 16,3-4-146-16,0-4 149 0,-4-2-20 15,4-4-121-15,0 1 102 0,0-2 9 16,0 1-29-16,0-2 113 16,0-1 1-16,0 0 2 0,0 0 58 15,0 0-4-15,0 0-15 0,0 0 19 16,0 0-23-16,4-1 0 0,-1 0 61 15,3 1-25-15,1-2-20 0,2 1 38 16,8-1-25-16,5 0 9 16,1 1 66-16,6 1-31 0,-3 0-36 15,0 0 54-15,-4 0-38 0,7 0-66 16,-3 0 73-16,-3 1-95 0,-1-2-13 16,-2 0-24-16,-1 0 17 0,-3 1-316 15,0-1 143-15,-6-1-113 0,-4 1-676 16,-2 0-178-16</inkml:trace>
  <inkml:trace contextRef="#ctx0" brushRef="#br0" timeOffset="49274.11">25216 15355 815 0,'0'0'241'0,"0"0"-3"0,0 0 234 0,0 0-297 0,0 0-9 15,0 0 83-15,0 0-116 0,0 0-11 16,0 0 56-16,0 0-53 0,-10 5-16 16,13-3 51-16,4 1 3 15,2 1-23-15,7 3-13 0,1-1-1 16,2 1-38-16,-3-1-50 0,4 0 62 15,-1-1-93-15,0 1 27 0,4-2 7 16,-4 0-41-16,4 0 13 0,-4 0-14 16,4-3 1-16,-4 3-170 15,1-4 113-15,-7 1-37 0,3 0-201 16,-7-1 127-16,-2 0-162 0,-4 0-1000 16,-3 0 11-16</inkml:trace>
  <inkml:trace contextRef="#ctx0" brushRef="#br0" timeOffset="49765.91">25522 15308 1345 0,'0'0'764'0,"0"0"-363"0,0 0 40 15,0 0-261-15,0 0-52 0,0 0-87 16,0 0 1-16,0 0 8 0,0 0-5 16,26 26 31-16,-10-15-16 0,1 4-12 15,-1-3 50-15,0 0-73 0,0 1 10 16,-3-3-7-16,3 0-28 0,-3 1 25 15,3-2-12-15,-3-1-13 16,0 1 16-16,0 0-16 0,-7-3 0 16,1-1 12-16,-1 2 4 0,1-1-16 15,-4 2 19-15,0 0-13 0,-3 0-6 16,0 2 28-16,0 2 23 16,-9 3-51-16,-1 1 37 0,-3 1-24 15,0-3-13-15,-3 1 3 0,3-2-3 16,0 1 0-16,0-2-13 0,0-1 13 15,7-3 0-15,-1-2-18 0,4-1-17 16,0-1 35-16,3-1-321 16,0 0 70-16,0-1-196 0,3 1-1042 15,7-6 17-15</inkml:trace>
  <inkml:trace contextRef="#ctx0" brushRef="#br0" timeOffset="50505.82">26013 15445 918 0,'0'0'352'16,"0"0"126"-16,0 0-202 0,0 0-62 0,0 0 126 16,0 0-134-16,0 0-13 15,33-12 44-15,-30 15-71 0,3 6-58 16,-2 5 117-16,-4 7-74 16,0 2-60-16,0 0-41 0,0-1 86 15,0-4-86-15,0-1-19 0,0-4 3 16,0-3-34-16,0-6-84 0,0-2 59 15,0 1 25-15,0-3-211 16,0 0 107-16,3-3-56 0,0-6-91 0,-3-9 95 16,3-2-93-16,1-2-70 15,-1 1 248-15,-3 0 7 0,0 1-69 16,-3-1 40-16,-1 3 12 0,1 6 81 16,0 5 18-16,0 4 66 0,3 3 246 15,0 0-38-15,0 0-42 0,3 0-37 16,3 5-70-16,4 3-10 0,6 0 40 15,4 1-22-15,-1-3-88 0,4-2-44 16,-1-3 34-16,-2 0-53 16,2-1-37-16,-2 0 12 0,-4-3 25 15,3 0-130-15,-6-2 118 0,-3 1 12 16,-1 1-50-16,-5 1 50 0,-1 0 0 16,0 1-65-16,0 0 63 15,-3 0 2-15,0 1 0 0,0 1 6 16,0 5 38-16,-6 4-22 0,-1 6 91 15,-2 4-75-15,2 0-6 16,1-4 2-16,2 0-34 0,1-4-98 0,0-1 95 16,3 0-66-16,0-2-341 15,3-3 79-15,0-4-263 0,1 0-988 16</inkml:trace>
  <inkml:trace contextRef="#ctx0" brushRef="#br0" timeOffset="51008.31">26559 15427 447 0,'0'0'964'0,"0"0"-528"16,0 0-73-16,0 0 132 0,0 0-270 15,0 0-13-15,0 0 120 16,0 0-161-16,0 0-104 0,0 0-39 0,-26 51 95 16,10-28-41-16,3-3-76 15,0 0 63-15,1-3-69 0,2 1-13 16,0-3 10-16,4-6 3 0,2 0-176 16,1-4 120-16,0-3-58 0,3 0-203 15,0-2 170-15,0 0-58 0,0-1-146 16,0-5 209-16,6-8 10 0,-2-2-30 15,5-5 160-15,-2 0-1 16,3-1 3-16,-4 2-1 0,4-2 1 16,-1 5-32-16,1 0 0 0,0 7 19 15,-4 3 13-15,-3 5 42 0,1-1 103 16,2 3 262-16,-3 0-143 0,7 5-24 16,-4 6 79-16,1 6-41 15,3 0-103-15,-4 0-79 0,4 0 34 0,-4 0-126 16,4 0 52-16,0 0-44 15,3 0-12-15,-4-2-68 16,4-3 46-16,-3 1-22 0,0-4-277 16,-7-3 170-16,3 1-68 0,-3-5-260 15,1 2 71-15,-1-3-123 0,0 1-741 16,-3-3 500-16</inkml:trace>
  <inkml:trace contextRef="#ctx0" brushRef="#br0" timeOffset="51207.47">26514 15551 1908 0,'0'0'405'0,"0"0"-153"0,0 0 118 0,0 0-139 0,0 0-62 16,32-19-96-16,-25 16-12 16,-1 0-61-16,4-1-38 0,0 1-4 15,-4 0-127-15,4 2-383 0,-1 0-14 16,-5 0-207-16</inkml:trace>
  <inkml:trace contextRef="#ctx0" brushRef="#br0" timeOffset="51608.44">26559 15280 869 0,'0'0'470'16,"0"0"215"-16,0 0-464 16,0 0-50-16,0 0 123 0,0 0-98 15,0 0-22-15,0 0 62 0,0 0-51 16,36-17-49-16,-30 11-7 0,1 1 13 15,-4-2-42-15,3 2-87 16,-2-3 91-16,-4 1-63 0,0 0-29 16,0 2 82-16,-4-1-35 0,-2 1-53 15,-1 0 136-15,4 3-34 0,-3-1-58 16,3 2 85-16,-1 1-135 0,1 0 52 16,3 0-21-16,0 0-31 0,0 0-52 15,0 0 24-15,0 0 28 0,0 0-292 16,0 0 152-16,3 4-115 0,1-1-453 15,5 2 222-15,7 4-234 16,-3-3-1100-16</inkml:trace>
  <inkml:trace contextRef="#ctx0" brushRef="#br0" timeOffset="52193.01">27199 15362 717 0,'0'0'489'0,"0"0"-115"0,0 0 292 0,0 0-352 16,0 0-82-16,-26 41-30 15,26-21-80-15,0 1-4 0,3 0 48 16,4 0-4-16,2-3-70 0,1-1-73 16,3-3 56-16,3-2-75 0,3-2 35 15,-2-4-7-15,2-3-15 0,0-1 12 16,1-4 35-16,-1-4-7 0,-6-2-28 15,0-2 117-15,0-1-48 0,-7-1-76 16,1-1 113-16,-4 0-41 16,0-2-75-16,-3 0 103 0,-3-1-118 15,0 2 24-15,-4-2-25 0,1 1 1 16,-1 3-201-16,-2 3 149 0,6 4-73 16,-1 1-216-16,4 4 256 0,0 0-105 15,0 0-579-15,4 1 88 16,5 4 116-16,4 2-132 0,-3-1-43 15</inkml:trace>
  <inkml:trace contextRef="#ctx0" brushRef="#br0" timeOffset="52564.22">27519 15470 297 0,'0'0'1030'16,"0"0"-607"-16,0 0-102 0,0 0 97 15,-4 45-244-15,-2-33-39 0,-1-1-29 16,1 1-19-16,-4-1-10 0,4 0-13 15,-1-2-3-15,1-4-61 0,-1-2-7 16,4 1-9-16,-3-2 13 16,2-1-112-16,-2-1 94 0,6-2 19 15,-3-7-112-15,3-5 56 0,0-4 16 16,3 0 10-16,3-2 10 0,-2 2 6 16,2 1-55-16,4 0 48 15,-4 1-12-15,4 4-23 0,0 4 35 16,-4 1 0-16,-3 6 23 0,4-1 49 15,-4 2 25-15,4 5 119 0,2 3-23 16,-2 7 19-16,2 4 57 16,-2 2-56-16,-1-3-86 0,1-2-94 15,-1-3 37-15,1 1-47 0,-1-6-63 16,1-1 47-16,-1-3-6 0,-3 0-104 16,1-1 113-16,-1-2 13 0,0 1-223 15,3-2 89-15,-6 0-74 0,0-4-352 16,0-6 12-16,0 3-213 0</inkml:trace>
  <inkml:trace contextRef="#ctx0" brushRef="#br0" timeOffset="53143.65">27664 15433 160 0,'0'0'821'0,"0"0"-355"0,0 0 158 16,0 0-264-16,0 0-28 0,0 0 40 16,0 0-183-16,0 0-34 0,0 0 29 15,6-18 2-15,-6 18-60 0,0 0-85 16,0 0 63-16,0 2-48 0,0 4-37 15,-6 5 90-15,3 5-109 16,-4 4 40-16,1 0-28 0,-1-3-12 16,4 0-40-16,0-4 3 0,0 2 37 15,3-3-279-15,0 0 119 0,3-3-159 16,0-3-736-16,0-5-184 16</inkml:trace>
  <inkml:trace contextRef="#ctx0" brushRef="#br0" timeOffset="53721.29">27796 15444 691 0,'0'0'333'0,"0"0"-66"16,0 0 146-16,0 0-179 0,0 0-17 16,0 0 197-16,0 0-162 0,0 0-60 15,0 0 61-15,0 0-40 0,23 19-10 16,-30-1-86-16,-2 2 18 16,-4 1-94-16,3 1-10 0,0-6-8 15,1 1-23-15,2-3-191 0,1-6 131 16,3 0-54-16,-1-4-181 0,4-3 177 15,-3 1-42-15,3-2-254 0,0 0 185 16,3-8-17-16,1-5-56 0,2-2 227 16,-3-2 73-16,1 2 2 15,-1-4 3-15,0 3 14 0,0-1-15 16,4 3-2-16,-1 3-29 0,1 4-27 16,-1 2 26-16,1 4 30 0,-1 1 201 15,0 0 36-15,1 8 38 0,6 3 206 16,0 4-168-16,0-2-106 0,0 0-29 15,0-3-30-15,-4 0-69 16,4-3-54-16,0-2 110 0,-3-1-37 16,-4-3-82-16,1 0 71 0,-4-1-68 15,0 0-3-15,0 0 92 0,1 0-30 16,-1-2-35-16,-3-2 149 16,0-2-63-16,0-4-120 0,0-3 101 15,0-3-110-15,-7 1-184 0,4-2 157 16,-3 4-94-16,-1-1-288 0,4 0 192 15,0 4-180-15,0 1-454 0,3 4 224 16,6 3-85-16,-3 0-657 0</inkml:trace>
  <inkml:trace contextRef="#ctx0" brushRef="#br0" timeOffset="54195.79">28097 15408 888 0,'0'0'404'16,"0"0"38"-16,0 0-185 0,0 0-4 16,-29 37-11-16,22-21-193 0,1-2-30 15,6 3 20-15,0-3 22 0,0 0-3 16,3-2 20-16,3-2-11 16,4-4-12-16,3-1-7 0,-3-1-3 15,3-4-45-15,3 0-23 0,0-4 4 16,-3-2-23-16,3 0 42 0,-6 0 4 15,-1 1 25-15,-2 0-26 0,-7 1 29 16,3-1-13-16,0-3 7 16,-3 1 76-16,0 0-28 0,0-1-20 15,-6 2 16-15,-1 0-48 0,1 2-12 16,-1 3 82-16,1 1 67 0,0 0-112 16,-1 1 32-16,1 2-41 0,2 0-22 15,-2 2 20-15,6-2-36 0,0-1-128 16,0 2 127-16,0-3-26 0,3 2 2 15,7-1 25-15,0-2 0 0,6 0 28 16,-3-3-18-16,0 0-10 16,3 0-69-16,-10 1 50 0,4 2 19 15,-4 0-206-15,-3 0 126 0,4 2 13 16,-4 1-45-16,0 2 109 16,-3 1-64-16,4 1-335 0,-4 1 102 15,0 0 11-15,0-2-549 0,0-1 20 16</inkml:trace>
  <inkml:trace contextRef="#ctx0" brushRef="#br0" timeOffset="54537.61">28362 15553 72 0,'0'0'2133'0,"0"0"-1780"0,0 0-38 0,0 0 197 15,0 0-268-15,0 0-120 0,0 0-112 16,0 0 58-16,0 0-70 0,0 0 31 15,32 2-9-15,-29-9-3 16,0-3 0-16,1 1 47 0,-1-4-51 16,3-2 13-16,-3 2 17 0,1 0-45 15,-1 6 22-15,0 0-22 0,0 3 0 16,1 3 19-16,-1-2 31 16,0 2-31-16,4 1 9 0,-4 2 43 15,0 7 7-15,0 4 24 0,0 5 40 16,-3 1-142-16,4-1 53 0,-4-1-32 15,3-1-21-15,0 1-65 16,-3-3 28-16,3 0 37 0,-3-1-250 0,4-4 184 16,-4-2-83-16,0-5-305 15,0 1 197-15,0-2-71 0,-4 0-546 16,1-1 120-16,-3-2-242 0</inkml:trace>
  <inkml:trace contextRef="#ctx0" brushRef="#br0" timeOffset="54658.79">28410 15520 892 0,'0'0'339'16,"0"0"78"-16,48-16-287 0,-28 11-65 15,-1 0-45-15,1-1-20 0,5 1-29 16,-2 0-107-16,3-2-4 0,-4 3-192 16,1-1-587-16</inkml:trace>
  <inkml:trace contextRef="#ctx0" brushRef="#br0" timeOffset="54947.11">28714 15438 510 0,'0'0'834'0,"0"0"-414"15,0 0-2-15,0 0 231 0,0 0-337 16,0 0-79-16,0 0-37 0,0 0-31 16,0 0-80-16,-39-31-63 15,23 37-13-15,3 3-9 0,0-2-75 16,0 3 73-16,6 2 2 0,1 1-76 16,3-2 57-16,3 2 19 0,3-2-118 15,3 0 116-15,4-2-9 0,3 1-14 16,-3-2 25-16,3 2 28 0,-4-3-24 15,1-1 65-15,-3 2-50 16,-1-4-9-16,-6 0 78 0,3 1-59 16,-3 0-20-16,0 1 67 0,0 0-20 15,-6 2-56-15,-7-2 91 0,-3-1-91 16,0-3-38-16,-1-2 38 16,4 0-97-16,1-2-234 0,-1-6 181 15,3-1-38-15,0-3-390 0,4 2-176 16,-4-3-588-16</inkml:trace>
  <inkml:trace contextRef="#ctx0" brushRef="#br0" timeOffset="55133.65">28513 15217 2886 0,'0'0'636'0,"0"0"-330"0,0 0-177 15,0 0 7-15,0 0-136 16,0 0-152-16,0 0-46 0,0 0-268 16,0 0-1338-16</inkml:trace>
  <inkml:trace contextRef="#ctx0" brushRef="#br0" timeOffset="55350.84">28846 15507 1439 0,'0'0'0'0,"0"0"-1439"0</inkml:trace>
  <inkml:trace contextRef="#ctx0" brushRef="#br0" timeOffset="78624.45">25225 15617 52 0,'0'0'202'0,"0"0"-101"0,0 0-35 16,0 0 22-16,0 0-56 0,0 0 337 15,0 0-180-15,0 0 9 0,7 0 352 16,-7 0-216-16,0 0-52 16,3 0 79-16,-3 0-181 0,0 0-17 15,0 0 51-15,0 0-30 0,0 0-48 16,0-1-41-16,0 1 24 0,0 0-50 16,0 0-62-16,0 0 106 15,0 0-91-15,0 0 19 0,0 0-23 16,0 1-18-16,0 4-12 0,0 4 12 15,3 5 9-15,-3 5 29 0,3 1 12 16,-3 2-50-16,4 2 31 16,-4 4-22-16,3 6-9 0,0 2 25 15,0 2-16-15,1 2-9 0,-4 0 25 16,3 0-19-16,0 0-6 0,-3-1 0 16,0-1 0-16,-3-3 0 0,3-1-90 15,-3-2 62-15,-1-3 16 0,1-1-192 16,0-3 182-16,0-3-47 0,-1-4-88 15,1 1 144-15,0-4 13 16,3-4-35-16,-3-2 35 0,3-3 0 16,-3-4-11-16,-1 3-2 0,4 2 13 15,-3-1-161-15,0 0 160 0,-4-1-21 16,4 0-29-16,0-2 51 16,0 1 0-16,3 0-11 0,-4-3 11 15,1 0 0-15,3 0 16 0,0-1-6 16,0 0-10-16,0 0 19 15,0 0 9-15,0 0-15 0,0 0 6 16,3 0 38-16,-3 0-3 0,0 0-42 16,0 0 64-16,0 0-76 0,0 0 28 15,4 0-28-15,-1 0 38 0,3 0-32 16,4-1 95-16,6 0-42 0,4 1-34 16,2-1 114-16,1 0-67 0,-1 0-72 15,1-2 112-15,6 2-112 0,-3-2 9 16,-3 2-9-16,6 1 0 0,-4-1-75 15,1 0 54-15,0 0-11 16,-3-2-172-16,-1 2 176 0,-2-2-88 16,-1 1-323-16,-3 0 98 0,-3-1-151 15,-3 0-939-15</inkml:trace>
  <inkml:trace contextRef="#ctx0" brushRef="#br0" timeOffset="79142.81">25241 16557 1461 0,'0'0'358'0,"0"0"-79"0,0 0 190 16,0 0-208-16,0 0-39 0,0 0-11 16,0 0-116-16,0 0-44 0,0 0 26 15,13-8 62-15,-3 5-31 0,3-1-8 16,0 3 35-16,3 1-59 0,0 0-73 16,0 0 104-16,4 0-41 0,-1 1-29 15,4 2 112-15,-1-1-93 0,1-2-25 16,0 3 24-16,2-3-55 15,-2 0-49-15,3 0 9 0,-4 0 40 16,-2 0-280-16,-1-1 240 0,1-1-46 16,-7 0-184-16,-1-2 96 0,-2 1-140 15,-3 1-551-15,-7 0-321 0,0-3-56 16</inkml:trace>
  <inkml:trace contextRef="#ctx0" brushRef="#br0" timeOffset="79593.53">25655 16213 1709 0,'0'0'640'0,"0"0"-221"16,0 0 94-16,0 0-249 0,0 0-43 15,0 0-13-15,0 0-29 0,0 0-141 16,0 0 15-16,0 0-7 16,13 3 13-16,3 5-43 0,3 3 142 15,4 4-60-15,0 0-98 0,-4 5 108 16,4-2-108-16,-4 4-3 15,0 0 2-15,1 0 1 0,-7-3-108 16,3 2 107-16,-7-6 1 0,-2 3-65 16,-1-2 65-16,-2-2 0 0,-4-1-73 15,0 1 73-15,-7-2 0 0,-6 0-105 16,0 0 80-16,0 0 13 0,-6 0-165 16,3-1 176-16,-4 1-38 0,4-1-153 15,0-1 142-15,0 0-83 0,3-3-324 16,3-1 144-16,4-4-225 0,6-1-1150 15,-3-1 940-15</inkml:trace>
  <inkml:trace contextRef="#ctx0" brushRef="#br0" timeOffset="80565.11">26307 16045 765 0,'0'0'0'0,"0"0"-32"0,39-42-102 15,-23 27-55-15,-6 4-56 0</inkml:trace>
  <inkml:trace contextRef="#ctx0" brushRef="#br0" timeOffset="81962.42">26404 16267 672 0,'0'0'502'0,"0"0"-138"0,0 0 198 16,0 0-319-16,0 0-10 0,0 0 73 15,0 0-120-15,13-36-29 16,-13 33 40-16,0-1-32 0,0 3-45 16,0 1-47-16,-3 0 21 0,0 1-94 15,-1 6 41-15,-5 7-41 0,-1 5 0 16,0 6 16-16,-3 5-16 16,7 0 19-16,-4 1-4 0,7 1 70 15,0 0-85-15,3-5 51 0,0-3-45 16,6-5-6-16,7-4-87 15,0-5 74-15,3-2 13 0,4-5-12 16,2-3 12-16,-2-3 0 0,2-4 40 16,-2-2 8-16,-1-2-13 0,-6-2-23 15,0 1 69-15,-3-2-71 0,-1 1 27 16,-2 0 16-16,-7 2-53 0,0 0 34 16,0 1-3-16,-7 4-31 0,4 1 37 15,-3 2-27-15,-1 0-10 0,1 0-72 16,-1 2 60-16,1 1 12 0,-1 0-75 15,1 0 60-15,3 0 15 16,-1 1-106-16,4-1 106 0,0 2 0 16,0-1-95-16,7-1 95 0,3 2 0 15,2 0 2-15,5-1 27 16,2 1-29-16,-3 2 41 0,-3-1-22 16,0 0-19-16,-3 2 0 0,-4-2 0 15,-3 0 0-15,1-1-144 0,-4 1 106 16,3 2-113-16,-3-1-461 15,3 2 53-15,-3-4-489 0</inkml:trace>
  <inkml:trace contextRef="#ctx0" brushRef="#br0" timeOffset="82273.62">26785 16325 1704 0,'0'0'409'0,"0"0"-134"0,-6 34 106 0,-1-15-146 0,-2 3-18 16,2-2 3-16,-2 0-67 0,2 0-55 16,4-4-10-16,3-1 16 0,0-5-104 15,0-4-28-15,6 0 24 16,7-3 4-16,0-3 0 0,3 0 44 16,4-5-44-16,-7-4 38 0,3-1-10 15,-3-3 7-15,-4-1-29 0,-2-1 77 16,-4-1-83-16,0 2 34 15,-3-3 6-15,-3 0-40 0,-7-1-43 16,-3-1 43-16,1 5-126 0,-5 1-414 16,8 8 109-16,2 2-7 0,4 3-34 15,0 0 190-15,3 1-190 0,0 2-483 16</inkml:trace>
  <inkml:trace contextRef="#ctx0" brushRef="#br0" timeOffset="82675.76">27034 16479 1240 0,'0'0'673'0,"0"35"-410"16,-3-19-30-16,3-4 54 0,-3-1-177 16,3-5-75-16,0-3-32 0,0 0 17 15,0-1-20-15,0-2 2 0,0 0-2 16,0-2 61-16,0-5 9 15,0-5-22-15,0-6-41 0,0-3-1 16,0-1 46-16,0 2-20 0,0-2-13 16,0-1 25-16,0 2-44 0,6 2-19 15,4 5 17-15,3 2-55 0,0 5 57 16,0 3 127-16,-1 2 65 0,1 2 29 16,0 2-19-16,3 7-64 0,-6 1-37 15,0 2 62-15,-4 1-49 0,-3 2-76 16,1 2 95-16,-4-1-109 15,0 0 23-15,-4 1 5 0,-2-2-52 16,0-1 3-16,-1 1-3 0,-6-3 0 16,0-2-74-16,4-3 72 0,-8 2 2 15,5-3-154-15,-1-4 138 16,0-1-40-16,0-1-353 0,3-3 97 16,4-6-248-16,-4-3-1245 0,7 2 520 15</inkml:trace>
  <inkml:trace contextRef="#ctx0" brushRef="#br0" timeOffset="83081.61">27312 16312 973 0,'0'0'830'0,"0"0"-418"0,0 0-40 16,0 0 196-16,3 46-249 0,-3-24-100 16,-3 1-115-16,0 1 12 0,-4-5-59 15,4 1-54-15,0-4 82 16,3 1-85-16,-4-6-57 0,4-5 29 16,0 1 28-16,0-5-150 0,4 0 149 15,-1 1-39-15,0-2-55 0,0-1 95 16,7-1 7-16,-3-4 15 15,2-6 9-15,-2-3-31 0,2-2-31 16,-2 2 15-16,-4 3 16 0,0 5-118 16,1 1 116-16,-4 2-9 0,0 2-36 15,0 0 47-15,0 0 22 0,0 1-22 16,0 2 70-16,0 4 15 0,0 9-16 16,0-2 23-16,0 1-92 0,3-1 41 15,0-2-32-15,0 0-9 0,4-1-192 16,-1-1 27-16,4-2-127 0,3-1-748 15,-7-4-239-15</inkml:trace>
  <inkml:trace contextRef="#ctx0" brushRef="#br0" timeOffset="83416.5">27473 16355 1911 0,'0'0'225'0,"0"0"-223"0,0 0 51 15,0 0 2-15,49-15 29 0,-27 7 20 16,4 4-14-16,-3-1 13 0,-4 2 24 16,4 2-37-16,-4-1-6 0,1 2 47 15,-1 0-35-15,-6 0-57 0,0 2-27 16,-7 1 11-16,4 4-23 0,-7 5 2 15,0 1 43-15,-3 4-7 16,0 2-16-16,-6 0 77 0,-4 1-86 16,1 1 18-16,-1 0-24 0,0 2-7 15,4-2-68-15,-4 1 39 16,4-1-101-16,-1-3-345 0,4 0 43 16,0-6-386-16</inkml:trace>
  <inkml:trace contextRef="#ctx0" brushRef="#br0" timeOffset="83586.02">27638 16492 1889 0,'0'0'499'0,"36"-21"-408"0,-17 11 28 16,0 3-35-16,4-2 16 0,-4 3-26 15,4 1-55-15,0 2-19 0,-1 0-444 16,-2-1-571-16,-8 2 249 15</inkml:trace>
  <inkml:trace contextRef="#ctx0" brushRef="#br0" timeOffset="83787.57">27929 16463 1027 0,'0'0'736'0,"0"0"-516"16,-23 44-41-16,13-25 73 0,1-3-139 15,6 1-16-15,-4-4-32 0,7 0-43 16,0-2-22-16,3-1-74 15,7-1 6-15,-4-4 1 0,7 0-56 16,0-3 49-16,0-2 74 0,3 0 65 16,-3-5-49-16,3-1-14 0,-3-3 19 15,-3 0-21-15,0 1-16 0,-1-2-743 16,-2 1-229-16,-4 2 342 0</inkml:trace>
  <inkml:trace contextRef="#ctx0" brushRef="#br0" timeOffset="83958.83">27942 16492 848 0,'0'0'1204'0,"0"0"-709"0,35 3-215 16,-22-7-78-16,0-2 3 0,-3 0-106 15,3 0-99-15,-7 1-45 0,1-3-111 16,-4 3-958-16</inkml:trace>
  <inkml:trace contextRef="#ctx0" brushRef="#br0" timeOffset="84205.54">27974 16409 1657 0,'0'0'995'16,"0"0"-930"-16,0 0-46 0,0 0 74 15,0 0-16-15,39-22-77 0,-23 14-11 16,0 3 10-16,3-1-1 0,-6 4-89 15,3 2 33-15,-3 0-74 16,-3 1-668-16,-3 3 348 0,-1 2 267 16,-3 4 185-16,0 3 16 0,-3 1 62 15,0 3 283-15,-6-2-23 16,0 2-49-16,-1-2 15 0,1-2-230 16,-1-2-74-16,-3 0-3 0,7-2-62 15,0-4-135-15,-3-1-696 0,2-2 179 16,1-2-36-16</inkml:trace>
  <inkml:trace contextRef="#ctx0" brushRef="#br0" timeOffset="84424.27">28103 16439 233 0,'0'0'603'15,"0"0"-411"-15,39-28 36 0,-29 28 413 16,3 1-489-16,-4 7 4 0,1 3 290 16,0 2-44-16,-1 1-95 0,1 1-38 15,0 0-136-15,-1-4-133 0,1-2-19 16,3-1 3-16,-3 1 10 15,-4-6-101-15,4 0 106 0,-7-3 1 16,3 0 0-16,-2 0 3 0,2-2 28 16,1-2-21-16,-1-1 75 0,-3-2-12 15,-3-5-36-15,4-4 48 16,-4-3-85-16,-4-2-113 0,1-1 72 16,0 3-129-16,-4 3-712 0,4 5 219 15,3 5-65-15,0 3-348 0</inkml:trace>
  <inkml:trace contextRef="#ctx0" brushRef="#br0" timeOffset="84866.91">28365 16465 768 0,'0'0'378'0,"0"0"65"16,-3 40-303-16,-1-29-17 0,1 1 114 15,0-3-81-15,0-4-33 0,3 0-3 16,-4-2-66-16,1 0-5 15,0 1-49-15,0-3-29 0,-1 0-58 16,1-1-137-16,0-2-74 0,3-4 6 16,-3-3-105-16,3-2 247 0,0-6 91 15,0-1 59-15,0 1 98 16,0-1 172-16,3 2 429 0,0 3-375 16,0 0-66-16,4 4-11 0,-4 2-131 15,0 4-36-15,1 2 64 0,-1 0 2 16,0 1-60-16,4 1-45 15,-1 6 89-15,0 7 5 0,1 3-47 16,3 1 13-16,-4-3-101 0,4-2 12 16,-1-1-12-16,1-2 0 0,3 0-61 15,-3-2 61-15,-1-4 0 0,1-1 0 16,0-2 6-16,-4-1 41 0,-2 0-15 16,2-1 81-16,-3-2-79 0,0 0-15 15,4-5 83-15,-1-1-74 0,-2-5 9 16,2-2-1-16,-6-3-36 15,0-1-227-15,0 1 127 0,-6 2-77 16,6 3-478-16,0 4 158 0,0 4-46 16,0 2-155-16,3 2 350 0,0-2-105 15</inkml:trace>
  <inkml:trace contextRef="#ctx0" brushRef="#br0" timeOffset="85023.97">28571 16385 427 0,'0'0'828'0,"0"0"-301"0,-3 43 270 15,0-28-424-15,3-2-120 0,-3 4-77 16,3-1-74-16,0-1-102 0,0 0 0 16,0-1-13-16,0 0-57 0,0-4-448 15,0-4-44-15,3 0-643 0</inkml:trace>
  <inkml:trace contextRef="#ctx0" brushRef="#br0" timeOffset="85211.95">28810 16412 830 0,'0'0'1533'16,"0"0"-1149"-16,-16 35 103 0,7-16-194 16,-1-4-72-16,-3 1-132 0,3-1-58 15,1-2-31-15,5-2-274 0,-2-5 102 16,3-1-134-16,0-1-502 15,3-1 162-15,0 0 40 0</inkml:trace>
  <inkml:trace contextRef="#ctx0" brushRef="#br0" timeOffset="85909.32">28817 16428 998 0,'0'0'765'0,"16"35"-191"0,-6-16 67 16,-4 1-388-16,7-6-84 15,-3 0-105-15,6-3 2 0,-3-1-66 16,0-3 22-16,3-4 10 0,0-3 6 16,0 0-22-16,0-4 113 0,1-2-6 15,-1-1 25-15,0-1 2 16,-3-2-50-16,-4-2-63 0,4 0 81 16,-3-5-118-16,-7 0 25 0,4-4-78 15,-4-3 35-15,-3 2-275 0,-3-1 189 16,0 2-97-16,-1 9-338 15,4 5 373-15,0 4 76 0,0 3-29 16,0 0 68-16,0 2-14 0,4 4 46 16,-4 5 19-16,3 4 0 0,0 4 0 15,0-2-1-15,-3 0-1 0,0-4 2 16,0 2 0-16,0 1 16 0,0-2-16 16,0 1 22-16,0 0-22 0,0-2 10 15,0-1-12-15,0-3 2 0,3-3-52 16,1 0 49-16,-1-4-19 15,3-1 22-15,7 0 6 0,3-1 13 16,1-4 30-16,2-5 25 0,-3 1-10 16,0-1 16-16,-3-1 13 0,0 0-32 15,-6 1-36-15,-1 2 46 16,-3 3-20-16,1-2 44 0,-1 2 77 16,-3 3-27-16,0-2 44 0,0 1 62 15,-3 1-104-15,-7 1-141 0,0 1 62 16,-6 3-68-16,6 0-86 15,1 3 58-15,2-5 28 0,4 1-232 16,0-1 176-16,-4 1-66 0,4-1-210 16,3-2 230-16,0 0-67 0,0 0-180 15,3-1 337-15,4-3 12 0,-1 0-87 16,1 0 45-16,2-4 13 0,-2 4 29 16,-1-2 22-16,1 2 46 0,-1 0 38 15,4 1 29-15,-4 0 28 0,1 3 22 16,-1 0-20-16,1 2-1 15,2 2 88-15,-5 3-11 0,2 3-92 16,1 3-102-16,-4-1 58 0,0-3-105 16,-3-2-167-16,3-2 68 0,-3 0-107 15,0 1-493-15,3-2 78 16,-3 1-513-16</inkml:trace>
  <inkml:trace contextRef="#ctx0" brushRef="#br0" timeOffset="86362.42">29873 16356 1558 0,'0'0'539'0,"0"0"-283"16,0 0 163-16,13 37-21 0,-7-16 76 16,-2 4-187-16,-4-1-114 0,3-3-110 15,-3 1 49-15,0-2-112 0,0-4 9 16,0 1-34-16,3-5 25 15,-3-1-241-15,3-1 141 0,-3-7-108 16,4 1-320-16,-4 0 156 0,3-3-141 16,-3 0-712-16,0-1 557 0</inkml:trace>
  <inkml:trace contextRef="#ctx0" brushRef="#br0" timeOffset="86533.99">29831 16411 1643 0,'0'0'578'0,"0"0"-329"0,32-13 170 16,-12 6-197-16,2 4-2 0,1 1 9 16,3-3-87-16,-4 1-54 0,1 2-78 15,0-1 40-15,-4 1-50 0,-3 2-160 16,-3 0 55-16,-6 0-133 0,-4 4-648 16,-3-2-137-16,-3 3-45 0</inkml:trace>
  <inkml:trace contextRef="#ctx0" brushRef="#br0" timeOffset="86678.21">29857 16479 1342 0,'0'0'751'0,"0"0"-324"0,0 0-234 16,0 0-109-16,39 3-26 0,-13-5-23 16,-4-1-35-16,4-1-20 0,-3 2-6 15,-4 0-160-15,0 2-1157 0,-2 0 312 16</inkml:trace>
  <inkml:trace contextRef="#ctx0" brushRef="#br0" timeOffset="86969.21">30115 16530 877 0,'0'0'365'0,"0"0"-49"0,0 0-7 15,0 0-225-15,0 0-48 0,13 32-20 16,-6-30 26-16,-4-2-19 0,0 0-23 16,4-2 0-16,-4-2-65 0,3-4-81 15,1-4 146-15,2-2 15 0,1-4-11 16,0 2 19-16,0-4 3 15,-4 3-11-15,4-1-13 0,-1 2 2 16,1 1 15-16,0 8 0 0,-1 0 14 16,1 6 119-16,0 1 81 0,0 1 225 15,-4 8 64-15,0 2-284 16,-2 3-27-16,-1 7 6 0,0-1-29 16,-3-3-113-16,-3 3-41 0,0 0-25 15,-1-5-9-15,1 2-362 0,-3-2 75 16,3 0-160-16,-4-3-681 15,4-4-90-15</inkml:trace>
  <inkml:trace contextRef="#ctx0" brushRef="#br0" timeOffset="87135.56">30203 16489 1208 0,'0'0'618'15,"0"0"-400"-15,48-16-127 0,-32 13-20 16,4 2 10-16,-4 0-79 0,3 0-2 16,0 0-173-16,-6 0-1231 0,-3 1 692 15</inkml:trace>
  <inkml:trace contextRef="#ctx0" brushRef="#br0" timeOffset="87378.78">30464 16423 1247 0,'0'0'651'0,"0"0"-262"16,0 0-263-16,0 0-13 0,0 0 65 16,0 0-178-16,0 0-7 0,0 0-109 15,0 0-16-15,-29 43-59 0,29-30-312 16,3-1 200-16,1-6 7 0,2-1-170 16,-3-2 378-16,4 3 68 0,-1-2 20 15,4 4 3-15,-4-3 36 0,-2 2 153 16,-1-1-81-16,-3 4-59 15,-3 1 39-15,-7 2 128 0,0-3 15 16,-3-1 117-16,0-4-211 0,4 0-140 16,2-2-101-16,-2 1-279 0,5-2 25 15,1-2-160-15,0 0 88 16</inkml:trace>
  <inkml:trace contextRef="#ctx0" brushRef="#br0" timeOffset="87642.48">30613 16423 1571 0,'0'0'481'0,"0"0"-54"0,0 0 50 16,-7 47-295-16,4-28-131 0,0-6-51 16,3 0-12-16,-3 2-87 0,3-3-207 15,3 2 155-15,3-3-30 0,4-2-49 16,0-1 230-16,-1 1 13 15,4 0 23-15,0-4 3 0,3 3 48 16,-3-6 133-16,0-2-88 0,-3 0-45 16,-4 0-65-16,1-1-22 0,-4-1-9 15,0-2-394-15,0-1-946 16</inkml:trace>
  <inkml:trace contextRef="#ctx0" brushRef="#br0" timeOffset="87813.61">30655 16512 140 0,'0'0'1949'15,"0"0"-1596"-15,0 0-62 0,35-1 177 16,-28 1-191-16,-4 0-112 0,3-1-105 16,-2-1 13-16,2-1-73 0,1 1-63 15,-4 0 9-15,0-2-120 0,0 0-811 16,-3 2-322-16</inkml:trace>
  <inkml:trace contextRef="#ctx0" brushRef="#br0" timeOffset="87985.3">30671 16399 1114 0,'0'0'1137'0,"0"0"-755"16,0 0-160-16,0 0 108 0,0 0-40 15,0 0-97-15,45-28-92 0,-29 23 13 16,0 1-36-16,1-2-71 15,-5 3 36-15,1 1-43 0,-3-1-213 16,0 2 121-16,-4 0-85 0,1 0-629 16,-4-1 237-16,0 2-406 0</inkml:trace>
  <inkml:trace contextRef="#ctx0" brushRef="#br0" timeOffset="88746.62">31197 16312 1053 0,'0'0'628'0,"0"0"-245"0,36-6 0 0,-23 3-13 15,3 2 6-15,0-1-172 16,3 2-68-16,1 0-18 0,2 3 5 16,1 3-35-16,3-1 47 0,0 1 81 15,-4-1-57-15,-5 5-97 0,-5-3 46 16,-5-3-108-16,-4 2-15 15,-3-2 15-15,0 3 0 0,-3 2-186 16,-10 2 174-16,-6 3-57 0,-7-3-68 16,-3 0 137-16,3-3 0 0,0-2-6 15,7-2 6-15,2 2 0 0,8-4-6 16,-1 1-7-16,7-2 13 0,3 0-82 16,0 2 57-16,6-1 9 0,10 3 16 15,4 1 79-15,-1 0-19 0,4 0-51 16,-4-2 56-16,-3 5-65 15,4-3 25-15,-4 2-15 0,0 0-10 16,-3 2 34-16,-3-2-28 0,-1 2-6 16,-2 0 22-16,-4 0 18 0,-3 0 7 15,0 1-41-15,-6-1 130 16,-4-1-34-16,0-2-68 0,-6 2 123 16,3-1-117-16,-3-3 3 0,0 0 27 15,0-2-70-15,0 1-58 0,3-2 9 16,3-1 43-16,3 2-333 15,1-2 184-15,6 0-122 0,0 1-606 16,10-1 275-16,6 2-59 0,6 0-508 16,-5-3 660-16</inkml:trace>
  <inkml:trace contextRef="#ctx0" brushRef="#br0" timeOffset="88862.65">31591 16704 2525 0,'0'0'464'0,"0"0"-240"0,0 0-65 0,0 0-31 0,0 0-128 16,0 0-13-16,0 0-44 0,0 0-189 16,0 0-749-16,0 0-566 0</inkml:trace>
  <inkml:trace contextRef="#ctx0" brushRef="#br0" timeOffset="134736.77">25219 16636 41 0,'0'0'0'0,"0"0"0"15,0 0 330-15,0 0 32 0,0 0-177 16,0 0 63-16,0 0-88 16,0 0 28-16,0 0 170 0,26-17-167 15,-26 15-41-15,3-1 66 0,0 2-83 16,-3-4-14-16,3 3 39 0,-3 1-39 16,0 0-23-16,4 0 6 0,-4 0 23 15,0 0-17-15,0-1 10 16,0 1 12-16,0 0-35 0,0 0-29 15,0-1 57-15,0 2-48 0,0 0-53 16,0-1 79-16,0 1-101 0,0 0 40 16,0 0-36-16,3 0-4 0,-3 0-152 15,0 3 150-15,0 3-13 0,3 5 15 16,0 4 0-16,-3 5 0 0,4-1 25 16,-1 5 32-16,-3 0-41 15,3 3 12-15,-3 5 37 0,0 1-52 16,0 0 21-16,0 1 22 0,0-1-56 15,0 2 41-15,0 1-26 0,0-2-15 16,0-2 3-16,0-3-3 16,0-1 0-16,0-2-15 0,3-2 15 15,0 0 0-15,-3 0-45 0,4-4 45 16,-1 0 0-16,0 0-108 0,4-4 108 16,-4 0 0-16,0 0 19 0,-3-2-19 15,3-3 0-15,-3 1-55 16,0-3 55-16,0-1 0 0,0-3-85 15,0 1 82-15,0-3 3 0,0 0-89 16,0-1 87-16,0 2 2 0,-3-2-65 16,3 1 65-16,0-3 0 0,0 2-5 15,0-1 5-15,-3-1 0 0,3 0 32 16,0 0-23-16,0 0-9 16,0 0 25-16,0 0-12 0,0-1-13 15,0-1 25-15,0 2-16 0,3-2-9 16,-3 1-33-16,0 0 33 0,0 0 0 15,3 1-84-15,-3-2 83 0,4 1 1 16,2 1-9-16,0-2 9 16,7 1 0-16,4 1 25 0,5-2 47 15,7 0-9-15,-3 0-47 0,3 0 66 16,0 1-73-16,-6 1 22 0,3-1 19 16,-4 1-50-16,1 0-118 0,-1 0 115 15,-2 0-70-15,-1 0-153 16,-6 0 198-16,3 0-73 0,-6 0-305 15,0 0 31-15,-1-1-173 0,-5 0-700 16,-1-1 479-16</inkml:trace>
  <inkml:trace contextRef="#ctx0" brushRef="#br0" timeOffset="135234.33">25306 17483 1926 0,'0'0'237'0,"0"0"25"0,0 0 148 0,0 0-176 0,0 0-45 0,0 0-30 0,0 0-38 0,0 0-26 0,0 0 12 0,0 0 54 0,-13 3-55 0,13-3-81 0,3-1 86 16,4 1-49-16,3-2-43 0,2 2 99 16,8 2-118-16,6 2 25 0,0 0-25 15,3 2 0-15,0-2 9 0,0-1-9 16,0 3 0-16,0-4 3 0,3 0-3 16,-3 1 0-16,4-3-9 0,-4 0 9 15,-4 0 0-15,1 0-68 16,-3-2 30-16,-1 1 38 0,-5 0-216 15,-4 1 169-15,-4 0-53 0,-6 0-206 16,1 0 147-16,-4 0-115 0,0-1-356 16,0 1 190-16,0 0-139 0</inkml:trace>
  <inkml:trace contextRef="#ctx0" brushRef="#br0" timeOffset="135670.19">25820 17158 1140 0,'0'0'1043'16,"0"0"-780"-16,0 0 185 0,0 0-160 15,0 0-39-15,0 0-15 16,0 0-117-16,0 0-117 0,0 0 19 15,6 0-19-15,-3 4 50 0,4 2-21 16,2 0 71-16,4 4-81 0,4 4 9 16,2 1 30-16,4 0-55 0,-4-2 40 15,-3-1-5-15,0 1-38 16,0 0 25-16,0 3 28 0,1-4-28 16,-4 2 3-16,-4-1 52 0,-2-1-58 15,-4-2 12-15,0 0 28 0,0 2-62 16,-3-1 37-16,-6 3 15 0,-1 3-52 15,-2 0 41-15,-1 0-11 0,-3 0-30 16,0 1 22-16,0-3-22 0,0 0 0 16,4-1-62-16,-1-2 25 15,4-2 37-15,-1 1-278 0,1-6 172 16,2 2-102-16,4-4-433 0,0-2-106 16,0-1-518-16</inkml:trace>
  <inkml:trace contextRef="#ctx0" brushRef="#br0" timeOffset="136345.63">26437 17238 1047 0,'0'0'514'0,"0"0"-4"0,0 0-264 15,0 0-19-15,0 0 82 0,0 0-152 16,0 0-157-16,0 0-16 0,0 0-21 16,0 0 37-16,9 32 90 0,1-6-10 15,-4 8-23-15,4 2-3 16,-7-2 26-16,1-2-42 0,-1-9-25 15,0-3 13-15,3-6-26 0,-2-2-67 16,-1-5 67-16,-3-3-22 0,3-3-58 16,0 0 80-16,1-1 19 0,-1-1 35 15,0-6 70-15,7-2 0 16,3-9 6-16,0-8-13 0,-1-7-117 16,1 2 25-16,0 3-47 0,0 3 22 15,-3 9-187-15,0 1 89 0,-4 4-10 16,-3 4-169-16,1-1 139 0,-1 6-49 15,-3 0-193-15,0 2 85 0,0 0-143 16,0 0-386-16,0 0 302 16</inkml:trace>
  <inkml:trace contextRef="#ctx0" brushRef="#br0" timeOffset="136506.08">26553 17378 22 0,'0'0'610'0,"-3"33"-99"15,6-20-104-15,3 0-69 0,4-1 132 16,0 2-240-16,3-1-43 0,-1-2 60 15,1 1-100-15,0-2-51 0,0-3-80 16,0 0 24-16,0-3-40 0,3 0-175 16,-3-4-17-16,0 0-82 0,-3-3-506 15,-4 0 16-15,1-3-240 0</inkml:trace>
  <inkml:trace contextRef="#ctx0" brushRef="#br0" timeOffset="136943.75">26834 17410 1674 0,'0'0'211'16,"0"0"-7"-16,13 42 136 0,-13-35-139 15,3 3-31-15,-3-8-38 0,0 3-97 16,0-2-35-16,0-1 4 0,3 3 18 16,-3-1 13-16,0-1-9 0,0-2 38 15,-3 2-29-15,0-3-25 16,-1-6 12-16,-2-4-22 0,3-2 0 15,0-11 0-15,3-3 0 0,3 1-9 16,6-1 8-16,4 7 1 0,7 3 0 16,-4 6 99-16,3 3 95 0,-3 3 81 15,1 2-92-15,-1 2-61 0,-7 5-40 16,4-2 49-16,-9 1-93 0,2 0-4 16,-3 1 15-16,-3 3-49 0,0 4-87 15,-6 2 75-15,-1-2-44 16,-2 2-233-16,-4-3 233 15,3 0-20-15,-3-1-97 0,0 0 172 0,4 1-41 16,-4-4-40-16,6-2 82 16,1 1 0-16,2-3-1 0,1 0 1 15,3-2 3-15,0 4 19 0,0-3 57 16,0 1 1-16,0 2-14 0,3-1 50 16,4-2-90-16,3 0 5 0,-1 2-62 15,7-3 9-15,1-1-364 16,2-7 32-16,4 2-202 0,-10-1-1090 15</inkml:trace>
  <inkml:trace contextRef="#ctx0" brushRef="#br0" timeOffset="137340.95">27215 17327 753 0,'0'0'973'0,"0"0"-623"0,-13 36 116 0,3-20-175 0,1 3-6 15,-4 1 8-15,0-1-151 0,3 0-78 16,-3 0-52-16,0-3 20 0,7-1-32 16,-4-5-161-16,7-1 75 15,0-5-90-15,-1-4-272 0,4 0 86 16,0 0-107-16,0-2-449 0,0-4 566 16,7-5 124-16,-1-8 143 0,4-3 85 15,3-5 3-15,0-2 8 16,-3 4-11-16,2 3 0 0,1 3 78 15,0 6-16-15,-3 4 85 0,0 5 296 16,-1 0-68-16,-5 4 51 0,-1 0 192 16,3 1-299-16,4 5-33 0,0 6 45 15,3 7-191-15,0 1-52 0,-1 0-50 16,1-3 60-16,0-4-98 0,0 3 28 16,0-3-41-16,3-1 13 15,-6-2-141-15,3 0 58 0,-3-5-113 16,-7 2-460-16,0-4 71 15,0-1-451-15</inkml:trace>
  <inkml:trace contextRef="#ctx0" brushRef="#br0" timeOffset="137544.33">27105 17419 1548 0,'0'0'1059'0,"0"0"-817"0,39 15 270 15,-13-9-160-15,3-4-76 0,-3-1-34 16,-1 0-59-16,1-1-155 0,0 0 22 16,-3 0-100-16,-1-1 38 0,1-1-378 15,-4-1 157-15,1-1-112 0,-4 2-710 16,-3 0-139-16,-4-3-16 0</inkml:trace>
  <inkml:trace contextRef="#ctx0" brushRef="#br0" timeOffset="137716.05">27464 17350 1495 0,'0'0'640'0,"0"0"-187"16,0 0 96-16,0 0-262 0,0 0-58 16,0 0 7-16,0 0-101 15,0 0-106-15,0 0-16 0,0 0 127 16,19 28-59-16,0-11-81 0,-2-2 115 16,2-2-115-16,-3-2-28 0,-3 1 0 15,3-4-15-15,-3-3-274 16,0 0 163-16,-3-2-127 0,-1-3-595 15,-2 0-168-15,-1-1-32 0</inkml:trace>
  <inkml:trace contextRef="#ctx0" brushRef="#br0" timeOffset="137885.15">27670 17321 1794 0,'0'0'645'0,"0"0"-232"15,0 0-6-15,0 0-169 0,0 0-25 16,0 0 16-16,0 0-93 0,10 45-77 15,-10-22-46-15,0 1 71 0,0-1-84 16,-3-5-103-16,3 2 75 16,0-3-155-16,0-2-370 0,0 1 31 15,3-5-740-15</inkml:trace>
  <inkml:trace contextRef="#ctx0" brushRef="#br0" timeOffset="138363.27">28258 17309 792 0,'0'0'522'0,"0"0"43"0,0 0-285 0,0 0 17 0,0 0 42 16,0 0-188-16,13 41-13 16,-6-19 25-16,-1 3-13 0,0-2-42 0,1-3-64 15,-4-5 23-15,4-1-67 16,-1-4-73-16,-3-3 0 0,4-2-83 15,-7-5-247-15,3 2 52 0,-3-2-106 16,0 0-740-16,3 0 395 16</inkml:trace>
  <inkml:trace contextRef="#ctx0" brushRef="#br0" timeOffset="138518.19">28207 17285 2358 0,'0'0'246'0,"0"0"11"0,0 0 179 15,45-21-144-15,-26 17-83 0,4 3-49 16,-1-3-5-16,-2 3-102 0,-1 1-22 16,-3 0-5-16,0 0-26 0,-6 0-214 15,-3 0 114-15,-1 1-95 16,-6 3-377-16,3-3-23 0,-3 1-507 16</inkml:trace>
  <inkml:trace contextRef="#ctx0" brushRef="#br0" timeOffset="138920.8">28239 17344 942 0,'0'0'860'0,"0"0"-666"15,0 0 27-15,48 12 118 0,-28-12-216 16,2 0-39-16,1 0-58 0,-4 0-7 16,4 0-19-16,-7 0-16 15,3 0 16-15,-6 0 0 0,-3 0-24 16,0 2 24-16,-7 1 0 0,-3-1 30 15,3 1 70-15,-3-1-23 0,0 8 13 16,0 1 15-16,0 7-9 0,-3 1 25 16,0 1-9-16,3-3-52 0,0-4-48 15,6-6 87-15,1 0-74 0,2-4-6 16,7 1 60-16,1-4-29 16,-1-6-41-16,0-3 83 0,3-2-30 15,-6-3 5-15,0 0 73 0,-3-5-80 16,-7 4-32-16,0-3 40 0,-3 1-62 15,-3-1 34-15,-10 0 25 0,0 1-65 16,0 5-167-16,0 1 120 0,7 6-46 16,-1 2-199-16,7 2 267 15,-3 1-64-15,3 0-288 0,0 1 39 16,0 5-70-16,3 2-249 0,10 2 127 16,-6-2-21-16</inkml:trace>
  <inkml:trace contextRef="#ctx0" brushRef="#br0" timeOffset="139317.17">28739 17434 770 0,'0'0'296'0,"0"0"66"0,20 44 193 16,-17-36-357-16,-3-3-29 0,0-2 2 15,0 2-97-15,0-3-9 16,0-1 57-16,-3 0-32 0,0 0-22 0,-1-1-1 16,-2 0 10-16,-1 0-29 15,-2-3-19-15,2-7 41 0,-2-1-28 16,2-6-30-16,1-6 33 0,2-7-45 15,4-2-45-15,0 6 26 0,10 3-16 16,0 10 22-16,3 1 13 16,3 4 55-16,-3 5 142 0,3 0 50 15,0 3-39-15,0 5 9 0,-3 0-18 16,0 4-72-16,-3-1-74 0,-4-3 89 16,1 1-142-16,-4 1 64 15,-3 4-76-15,0 4 12 0,0 2-167 16,-7-3 155-16,1-1-28 0,-4 0-193 15,1-2 199-15,-1 0-13 0,0-3-97 16,4-1 128-16,-1-2 3 0,7 1-31 16,-3-3 44-16,3 0 0 0,-3 2 13 15,3 0 6-15,0 2 9 0,0 3-25 16,6-3 145-16,4 2-83 0,3 1-49 16,3-3 62-16,3-3-78 15,1-3-94-15,-1-1 60 0,4 0-204 16,-4-3-602-16,1-2 151 0,-4 1-478 15</inkml:trace>
  <inkml:trace contextRef="#ctx0" brushRef="#br0" timeOffset="140034.3">29466 17321 756 0,'0'0'1207'0,"0"0"-964"0,0 0 3 0,0 0 106 15,0 0-131-15,0 0-83 0,0 0-52 16,0 0 35-16,-42 13-29 0,29 8-3 16,4 3 47-16,-1 2-13 0,7 0 47 15,3-3 22-15,3-1-99 16,7-5-80-16,2 0 64 0,5-6-77 0,-1-1 28 16,6-4-25-16,1-5-3 0,0-1-21 15,-1-1 21-15,-2-3 0 16,-4-4-64-16,-7 3 51 0,-2-3 13 15,-1-1-121-15,-6-3 120 0,0 0 1 16,-3-3 0-16,-7 0 3 0,-2 0-3 16,-5 4-6-16,1-1 6 15,0 3 0-15,3 4 0 0,0 0 28 16,7 4-4-16,3-1 1 0,-1 2 31 16,4 0-56-16,0 0-43 15,0 0 18-15,0 0 25 0,7-1-53 16,2 0 53-16,8-1 0 0,2 2 22 15,4 0-22-15,-4 0 0 0,-6 3 12 16,0-2-12-16,-10 1 0 0,0-1 3 16,0 2-3-16,1-2 0 0,-4 0 22 15,3 1-19-15,0-1-3 0,-3 0-143 16,0-1 54-16,0 0-96 0,-3 0-408 16,0 0-85-16,-1-1-553 15</inkml:trace>
  <inkml:trace contextRef="#ctx0" brushRef="#br0" timeOffset="140419.57">29737 17345 1063 0,'0'0'586'0,"0"0"53"0,0 0-306 0,0 0-5 0,0 0-56 15,0 0-131-15,0 0-39 0,0 0-1 16,-9 37 35-16,2-19-26 0,1 4-15 16,3-1 72-16,3-4-52 0,3 1-86 15,3-6 70-15,4-1-99 0,0-2 34 16,6-5-34-16,0-2 0 0,7-2-3 16,-4-1 3-16,-3-3 0 15,4-4-39-15,-4-4 39 0,0 1 0 16,-7 0-25-16,-2-1 25 0,-4 1 0 15,-3-1 16-15,-3-1 27 0,-7 0-43 16,-3-2-43-16,-3 2 15 0,-3 0-13 16,-1 4-285-16,4 4 244 15,3 3-9-15,7 2-194 0,3 0 87 16,-1 0-103-16,4 0-435 0,0 0-17 16,0 0 13-16</inkml:trace>
  <inkml:trace contextRef="#ctx0" brushRef="#br0" timeOffset="140767.71">29964 17396 575 0,'0'0'743'0,"16"34"-164"0,-13-18 156 15,0 2-433-15,-3-2-42 0,0-4 39 16,3 1-150-16,-3-4-149 0,0-2 32 16,0-3-45-16,0-2 13 15,4 0-133-15,-4 0 85 0,0-1-25 16,0 0-19-16,3-1 76 0,-3-1 16 15,3-6-9-15,0-4 9 0,1-4 60 16,2-7-9-16,-3 0 9 16,4 0-60-16,-1 3-19 0,4 5 0 15,3 3 13-15,3 2 6 0,0 5 32 16,0 0 107-16,-3 4 63 0,0 6 34 16,0 1-29-16,0 1-61 15,-7 2 28-15,4 3-57 0,-7 0-105 16,0 1 117-16,-3 0-129 0,0 1 49 15,0 0-33-15,-6 1-16 0,3-3-86 16,-7-1 46-16,0-1 40 0,1-2-213 16,-7-2 195-16,3-2-85 0,0-2-265 15,0-3 155-15,0 0-107 0,3-3-725 16,4-2-250-16</inkml:trace>
  <inkml:trace contextRef="#ctx0" brushRef="#br0" timeOffset="141226.26">30228 17348 724 0,'0'0'107'0,"0"0"-22"0,0 0 225 15,0 0 9-15,0 0-10 0,0 0 102 16,0 0-204-16,13 36 3 0,-3-22 163 16,3 3-165-16,-3 2-39 0,3 0-68 15,-1-5 61-15,-2-5-46 0,0-4-97 16,0 1 44-16,-1-3-63 0,4-2 16 16,-3-1 9-16,3-5 25 15,0-1-31-15,0-4 145 0,-4-2-65 16,4 0-92-16,-3-2 107 0,0 0-114 15,-4-2 59-15,-3 6-49 0,0 3-10 16,-3 2-69-16,0 3 69 16,0 2 0-16,0-1 25 0,0 0 31 15,0 1-37-15,-3 2 42 0,0 5 1 16,-3 5-19-16,2 6-6 0,1 4 46 16,3 0-83-16,0-1 22 15,3-3-22-15,-3-7 0 0,4-5-137 16,-1 0 122-16,0-2-44 0,-3-2-313 15,3 2 203-15,-3-2-95 0,3 0-400 16,1 0 95-16,-1-2-138 0,0 0-680 16</inkml:trace>
  <inkml:trace contextRef="#ctx0" brushRef="#br0" timeOffset="141501.29">30519 17305 749 0,'0'0'1295'15,"0"0"-568"-15,0 0-425 16,36-5-40-16,-23 5 100 0,3 0-167 16,-3 0-138-16,0 1-23 0,-1 2-18 15,1-1-16-15,-3 1-26 0,3 4 26 16,-3-2 0-16,-1 5 3 0,-2 0-3 16,-1-1 0-16,-2-2 31 15,-1 2 36-15,-3 4-4 0,0 0-57 16,0 6 131-16,0-5-72 0,-7 3-46 15,4-2 64-15,-3-1-83 0,6 1 7 16,-7-1-35-16,7-2 28 0,-3 1-324 16,-4-1 204-16,7-1-50 0,-3-3-375 15,3-2-106-15,-3 0-671 0</inkml:trace>
  <inkml:trace contextRef="#ctx0" brushRef="#br0" timeOffset="141922.12">30603 17423 1884 0,'0'0'754'0,"0"0"-442"15,0 0-46-15,45-23 75 0,-29 20-171 16,1-2-97-16,-4 2-61 0,-1-1-8 16,1 0-4-16,-3 1-304 15,0 2 101-15,-4-2-85 0,1 1-470 16,-4 0 174-16,0 0 76 0,0 1-124 15,1 0 518-15,2 1 114 0,-6-2 492 16,6 0 7-16,-6 2 86 0,4-1 374 16,-4 1-451-16,3 0-245 0,-3 0-147 15,0 0-3-15,0 3-22 0,0 7 16 16,3 1 55-16,0 4-106 16,-3 7-28-16,4-1 53 0,-1-1-81 15,0-3 34-15,-3 0-34 0,7-3 0 16,-4 0 21-16,3-2-21 0,1-1 0 15,-1-1 22-15,4-5-22 0,0 0 0 16,2-2-31-16,1-3 30 16,-6 0 1-16,-1-4-214 0,1-1 118 15,-4 1-130-15,3-6-435 0,-2-1 207 16,-4-4-182-16,-4 3-833 0,-2 3 695 16</inkml:trace>
  <inkml:trace contextRef="#ctx0" brushRef="#br0" timeOffset="142079.07">30823 17458 1112 0,'0'0'1294'16,"0"0"-965"-16,0 0 37 0,0 0 245 16,0 0-265-16,0 0-105 0,0 0-102 15,38 1-15-15,-21-5-124 0,2-5-37 16,-3 1-6-16,-6 2 5 16,-4 0-393-16,-2 4 95 0,-1 1-202 15,-3-2-396-15,0-1 262 0,0 1-61 16</inkml:trace>
  <inkml:trace contextRef="#ctx0" brushRef="#br0" timeOffset="142517.89">30881 17351 167 0,'0'0'1009'0,"0"0"-264"0,0 0-395 15,0 0-20-15,0 0 136 0,0 0-246 16,0 0-60-16,0 0-71 16,42-26 2-16,-23 25-43 0,4 0-45 15,-7 1 57-15,-3 0-60 0,-3 1-92 16,-4 2 90-16,-3 1 2 0,0 0-41 15,1 7 41-15,-4 5 19 0,0 1-9 16,-4 2 91-16,-2-1-19 0,0-3-23 16,2-1 92-16,-2-4-44 0,6-2-100 15,-3-2 14-15,3-5-21 0,-4 1-210 16,4 2 138-16,0-3-42 0,0 2-209 16,-3-2 161-16,3 0-23 15,0-1-140-15,0 0 325 0,0-2 32 16,3-3 113-16,1-4-23 0,-1-4-42 15,3-3-42-15,1 2 3 0,-4 4-41 16,3 0 0-16,4 7 3 16,3 3 61-16,3 0 57 0,0 5 50 15,-3 2-79-15,-3 1-54 0,0 1 53 16,3-2-21-16,0 3-61 0,-1-3 85 16,-2-3-44-16,3-1-47 15,0 1 114-15,-3-4-45 0,3 0-35 16,-4 0 146-16,1-5-44 0,-4 3-102 15,1-2 96-15,-4-3-133 0,0 5 58 16,-3-5-49-16,4-4-9 0,-4-3-254 16,-4-7 192-16,-5 0-102 0,2 2-293 15,-6 0 170-15,7 6-66 0,-4 3-506 16,7 5 77-16,3 0 128 16</inkml:trace>
  <inkml:trace contextRef="#ctx0" brushRef="#br0" timeOffset="142682.86">31307 17395 310 0,'0'0'1110'0,"3"49"-785"0,-3-29-29 0,0-4-205 16,0-4-91-16,0 0-211 15,-3-3-375-15,3-5-39 0</inkml:trace>
  <inkml:trace contextRef="#ctx0" brushRef="#br0" timeOffset="142891.25">31188 17213 817 0,'0'0'1793'0,"0"0"-1199"0,35-6-231 0,-22 4-82 15,3 1 5-15,0 0-111 0,4 0-166 16,2 1 50-16,1 0-59 16,0 0 0-16,-1 0-109 0,-2 1 106 15,-1 1-90-15,-3 1-265 0,-3 2 92 16,-3-3-254-16,-4 1-1168 0</inkml:trace>
  <inkml:trace contextRef="#ctx0" brushRef="#br0" timeOffset="146225.04">31805 17389 1388 0,'0'0'427'16,"0"0"-119"-16,0 0-62 0,0 0 29 15,0 0 143-15,0 0-211 0,0 0-89 16,0 0-48-16,0 0 38 0,0 0-32 15,19-26-51-15,-16 21 45 16,0 4-70-16,-3 0-54 0,0 1 54 16,4 0-44-16,-4 8 22 0,0 6 22 15,0 1 35-15,0 8-29 0,0-1 70 16,0-2-76-16,3-2 34 0,0-3-15 16,4-2-19-16,2-1-25 15,1 1 25-15,3-3 0 0,0-1-28 16,3-2 28-16,0-2 0 0,-3-3-97 15,3-2 81-15,-3 0-76 0,-3 0-204 16,-1-2 117-16,-2-2-216 0,-4 3-1013 16</inkml:trace>
  <inkml:trace contextRef="#ctx0" brushRef="#br0" timeOffset="146434.7">31856 17453 1415 0,'0'0'442'15,"0"0"144"-15,0 0-257 16,0 0-11-16,0 0 11 0,0 0-170 16,0 0-42-16,0 0-35 0,0 0 15 15,33-7-97-15,-21 4 41 0,-2 1-53 16,-3-1 12-16,-4 3-218 0,-3-1-3 16,3 0-220-16,-3-1-527 15,0 1 383-15,0 0-80 0</inkml:trace>
  <inkml:trace contextRef="#ctx0" brushRef="#br0" timeOffset="146930.11">31879 17374 267 0,'0'0'604'0,"0"0"-357"0,42-19 92 16,-29 16 106-16,3 1-331 0,-3-2-46 0,3 4-6 16,-3 0-43-16,-3 1-17 15,-4 4-1-15,1-1 12 0,-1 6 42 16,-3 3 162-16,0 3-10 0,1 0 12 15,-4-3 79-15,0 1-132 0,0-1-52 16,0-6-19-16,0 1 7 16,0-5-102-16,0 0 41 0,0 1-41 15,0-1 0-15,0-1-46 0,0 0 31 16,0 3 15-16,0-4 0 0,0-1 28 16,0 0 10-16,0-3-19 15,0-4 19-15,0-3-38 0,0-5-10 16,3-5 9-16,0-1 1 0,4-2-82 15,6 2 79-15,-1 5 3 0,1 7-146 16,4 1 144-16,-1 5-45 0,0 3 47 16,0 0 183-16,-3 5-28 0,0 2-38 15,-4 1 11-15,1 2-128 0,-7-1 57 16,1 0-50-16,-1 1-7 16,-3 0-50-16,-3 1 20 0,-4 0 30 15,-3 0-210-15,1 2 160 0,-1-3-13 16,0-1-105-16,4 0 155 0,-4-4-19 15,7 2-38-15,0-1 70 0,3-1 20 16,-3-2-17-16,3 0 76 16,0 1-31-16,3 2-48 0,3 1 72 15,4 1-72-15,3 0 29 0,3-2-4 16,3-3-25-16,-2-1-111 0,2-2-31 16,-3 0-232-16,-3 0-895 15,-3 0 69-15</inkml:trace>
  <inkml:trace contextRef="#ctx0" brushRef="#br0" timeOffset="147373.53">32861 17311 1265 0,'0'0'530'0,"0"0"-76"0,0 0-298 0,0 0 128 0,0 0 194 16,0 0-248-16,0 0-90 0,0 0-58 15,0 0 47-15,0 10-40 0,-10-2-86 16,-6 3 31-16,-3 6-34 0,-7 5-85 16,0 1 60-16,3 4 13 0,1-4-159 15,5-5 168-15,8 2-38 16,2-5-67-16,4 1 108 0,3-1 0 0,7-3-3 16,5 1 1-16,5-2 2 15,5-1 0-15,4-1 45 16,3-4 18-16,3 1-44 0,-2-3 54 0,-1-1-73 15,0 3-60-15,-7-4 19 0,1-1-128 16,-10 0-581-16,-4 0-283 16,1-2-378-16</inkml:trace>
  <inkml:trace contextRef="#ctx0" brushRef="#br0" timeOffset="147574.42">33197 17672 218 0,'0'0'3061'0,"0"0"-2450"16,32 2-403-16,-32-2-86 0,3 0-122 16,-3 0 9-16,0 0-28 0,0 0-56 15,0 0-349-15,0 0 75 16,-3 0-611-16,0 0-1442 0</inkml:trace>
  <inkml:trace contextRef="#ctx0" brushRef="#br0" timeOffset="159829.15">29611 17868 326 0,'0'0'760'0,"0"0"-253"0,4 44-233 16,-1-30 89-16,0-1-253 0,0-2-49 15,4 1-60-15,-4-4-1 0,0 0-90 16,4-4-218-16,-7 2-49 0,3-2-119 15,0-3-681-15</inkml:trace>
  <inkml:trace contextRef="#ctx0" brushRef="#br0" timeOffset="160098.44">29570 17830 83 0,'0'0'1312'0,"0"0"-1058"0,0 0 200 16,0 0-175-16,0 0-59 0,0 0-14 15,0 0-100-15,0 0-26 0,0 0 0 16,3-31-3-16,0 27-16 16,7-3 9-16,3 2 45 0,3-3-29 15,3-1-64-15,7 2 32 0,0-1-54 16,3 2-64-16,-3 3 48 0,-7 3-104 15,0 0-315-15,-6 0 103 16,-3 1-114-16,-3 1-556 0,-4 1 253 16</inkml:trace>
  <inkml:trace contextRef="#ctx0" brushRef="#br0" timeOffset="160292.62">29621 17855 1538 0,'0'0'306'0,"0"0"9"16,0 0 173-16,0 0-269 0,39 10-75 0,-26-10-80 15,0 0-64-15,0 0-22 0,0 1-361 16,3 0 5-16,-3-1-176 16,0 0-674-16</inkml:trace>
  <inkml:trace contextRef="#ctx0" brushRef="#br0" timeOffset="160595.25">29860 18019 447 0,'0'0'567'0,"0"0"-56"0,0 0-192 16,0 0-63-16,0 0 100 16,0 0-175-16,0 0-13 0,0 0-8 15,0 0-47-15,0 0-30 0,32 5-39 16,-25-18-2-16,-1-5-42 0,1 1-37 15,3-6 24-15,-7 3-3 0,6 0-64 16,-5 5 67-16,-1 2 13 16,3 3-32-16,-2 2 16 0,-1 5 16 0,0 0 0 15,0 2 7-15,1 0 9 0,-1 1-7 16,0 0 71-16,3 2-3 16,1 3-20-16,3 3 17 0,-1 4-62 15,1 3 14-15,0 2-19 0,-4 1-7 16,-3-2-127-16,1 0 15 0,-1-4-64 15,-3 1-236-15,0-2 56 16,0-1-244-16,0-3-664 0</inkml:trace>
  <inkml:trace contextRef="#ctx0" brushRef="#br0" timeOffset="160789.05">29876 17981 1699 0,'0'0'425'0,"0"0"47"16,0 0-272-16,42-17-49 0,-22 11-64 16,2 0-51-16,1 0-36 0,0 1-241 15,-1-2-46-15,4 1-182 0,-10 0-894 16,4 0 653-16</inkml:trace>
  <inkml:trace contextRef="#ctx0" brushRef="#br0" timeOffset="161067.36">30209 17865 1689 0,'0'0'399'16,"0"0"-191"-16,0 0 160 0,0 0-233 16,0 0-57-16,0 0-65 0,-42-12-13 15,29 15-38-15,3 4-65 0,1-2 90 16,-1 3-10-16,4 2-57 16,-1-2 78-16,7-1-34 0,0-3-35 15,3 2 65-15,7 1 6 0,3 1 95 16,6 1-30-16,4-2-4 0,0-2 13 15,-4 1-9-15,0-1-8 0,-3 3 17 16,1-3 10-16,-4 1-33 0,-7-3-26 16,0 3 33-16,-6-4-26 0,0 0-32 15,0 2 70-15,0 3-26 0,-6 1-44 16,-4 2 0-16,-6-2-54 16,0-1-201-16,0-4 107 0,0-1-103 15,6-2-403-15,0 0 73 0,7 0-32 16</inkml:trace>
  <inkml:trace contextRef="#ctx0" brushRef="#br0" timeOffset="161334.75">30329 17891 384 0,'0'0'1607'0,"42"-15"-1134"16,-30 13-99-16,-2 2 36 16,-7 0-209-16,1 0-52 0,-4 1 37 15,3 2-22-15,0 5-57 0,-3 3-63 16,0 3 71-16,0 4-115 0,0-1 44 15,-3-1-41-15,3-1-3 0,0-4-34 16,0-5 34-16,0 1 0 0,6 0-55 16,1-1 55-16,6 3 0 0,0-5-27 15,3-3 27-15,0-1 0 0,-3-2-107 16,0-2 91-16,-4-4-113 16,1 4-265-16,-3-1 136 0,-4 3-104 15,3-2-397-15,-6 2 184 0,3-2-2 16,-3 3-391-16</inkml:trace>
  <inkml:trace contextRef="#ctx0" brushRef="#br0" timeOffset="161454.76">30500 17952 417 0,'0'0'757'0,"0"0"-331"16,0 0-10-16,0 0 170 0,0 0-303 15,0 0-46-15,0 0 3 0,0 0-78 16,0 0-7-16,0 0 59 16,-13-7-53-16,16 6-126 0,0 0 8 15,4 0-74-15,-4 0 31 0,7-1-349 16,-7-1 162-16,3 2-121 0,1-1-548 15,-1 0 156-15,-3 0 39 0</inkml:trace>
  <inkml:trace contextRef="#ctx0" brushRef="#br0" timeOffset="161596.2">30496 17897 530 0,'0'0'1095'0,"0"0"-653"0,0 0 208 16,-35-21-271-16,32 19-48 16,3-1-11-16,0 0-137 0,0 0-98 15,6-5-73-15,1 3 36 0,6-3-48 16,6-2-120-16,0 4 76 0,7-1-94 15,-3 4-316-15,-4 0 38 16,1 0-320-16,-4 2-1357 0</inkml:trace>
  <inkml:trace contextRef="#ctx0" brushRef="#br0" timeOffset="162207.7">30891 17823 926 0,'0'0'1033'0,"0"0"-622"16,0 0 150-16,0 0-218 0,0 0-57 15,0 0-15-15,0 0-120 16,0 0-59-16,0 0-42 0,0 0 87 16,35-15-78-16,-32 14-37 0,4 0 43 15,-1 0-65-15,-3 1-43 16,4 0 43-16,-1 0 0 0,1 0-68 16,-1 2 53-16,1 1 15 0,-1 1-134 15,-3 1 115-15,1-1 10 0,-1 3-186 16,0 1 195-16,-3-2-51 0,0 3-131 15,0-2 182-15,-3 0-1 0,0 2 1 16,-1-1 31-16,1-3 23 0,-3 4-26 16,3-2 41-16,-1-2-69 0,4-1-33 15,0 3 33-15,0-2 0 0,4 1 22 16,5-1-22-16,1 1 0 16,6-2 16-16,3 5-7 0,-2-3-9 15,-1 1 16-15,-3-2-7 0,-7-1-9 16,-3-2 28-16,1 0-6 0,-4 4 28 15,3-4-50-15,-3 1 114 16,0 2-42-16,0-1-29 0,0 2 88 16,0 2-50-16,-3 2-78 0,-4-2 123 15,-6 1-67-15,0-3-41 16,-6 2 72-16,-1-5-90 0,1-1-28 16,6 0-27-16,4-2 48 0,2 0-383 15,7 0 165-15,-3-2-172 0,3 0-784 16,0 2-233-16</inkml:trace>
  <inkml:trace contextRef="#ctx0" brushRef="#br0" timeOffset="-183524.97">7235 12988 127 0,'0'0'36'0,"0"0"59"15,0 0-33-15,0 0 420 16,0 0-286-16,0 0-53 0,0 0 189 16,0 0-241-16,0 0-9 0,-26-1 54 15,26 1-58-15,0 0-20 0,-6 0 37 16,6 0-31-16,-4 0 34 0,-2 0 177 15,6 0-120-15,0 0-23 0,0 0 45 16,0 0-58-16,0 0-10 16,0 0-1-16,0 0-19 0,0 0-54 15,0 0-22-15,0 0 16 0,0 0-29 16,0 0-34-16,0 0 34 0,0 0 0 16,0 0-35-16,0 0 35 15,0 0 0-15,0 0-47 0,0 0 47 0,0 0 0 16,0 0 0-16,6 0 23 0,-2 1-23 15,2-1 15-15,-6 2 11 16,10-1-7-16,3 2-13 0,0-1 42 16,3-1-48-16,0 1 25 0,-3-1-2 15,-3 0-23-15,6 2 6 16,0 0-6-16,0-2 0 0,-6 2-3 16,6-1 1-16,0 2 2 0,7-2-57 15,-7-1 57-15,3 0 0 0,-3-1 2 16,0 1 1-16,1 0-3 0,-1 1-10 15,3 1 10-15,0-2 0 0,1 2 13 16,-4 0 9-16,7-1-22 0,-4 3 16 16,4-2 6-16,-4-1-22 15,4-1 26-15,-1 4-20 0,-2-5-6 0,2 1 13 16,-2-1-10-16,2 0-3 16,4 0 22-16,0 0-16 15,-4-2-6-15,1 1 23 0,-4-2-17 0,4 1-6 16,-4 2 22-16,-2-1-19 0,-1 0-3 15,6 1 13-15,-12 0-4 16,6 0-9-16,0 0 19 0,-6 2-3 16,3-1-6-16,-3 1 15 0,-1 2 25 15,7-3-50-15,-3 0 35 0,-3 1-10 16,0-1-15-16,6 3 18 16,0-3 0-16,-6 1-28 0,6 1 26 15,-3-2-20-15,0-1-6 0,3 1 22 16,0-1-16-16,-3 0-6 0,3 0 22 15,3 0-13-15,-2 0-9 0,-1 0 19 16,0 0 0-16,0 0-19 0,0-1 32 16,7 0-7-16,-4 1-25 15,-3-1 29-15,7 0-20 0,-4-2-9 16,4 2 9-16,-4-2-9 0,1 2 0 16,-1 0 10-16,7 0-10 0,-10 0 0 15,10 0 9-15,-3 1-9 16,-7-1 0-16,6 2 6 0,-2-2-6 15,2 1 0-15,-2 0 6 0,-4 0-6 16,6 0 0-16,-2 1-12 16,-4 1 12-16,0-1 0 0,0 1 0 0,0 4 0 15,1-3 0-15,-1-1-13 16,0 2 13-16,0-2 0 0,0 1-9 16,0 0 9-16,0 1 0 0,1-2-3 15,-1 0 3-15,3 0 0 0,-3 0 0 16,0 2 0-16,10-3 0 0,-3 0 9 15,-1-1-9-15,4 0 0 0,0 0 19 16,0 0-19-16,-3 0 0 16,9 0 9-16,-6-1-9 0,3 1 0 15,0-1 7-15,-3 0-7 0,3-2 0 16,-3 2 6-16,-1 1-6 0,5-1 0 16,-5 0 19-16,1 0-19 15,0 1 0-15,0-2 24 0,-4 0-17 16,1 1-7-16,-7-3 22 0,0 3-22 15,-3 0 0-15,-6 0 18 0,2 1-5 16,-5-2-13-16,-1 2 31 0,-3 0 15 16,0 0-30-16,0 0 9 0,0 0 89 15,0 0 25-15,0 0-31 16,0 0 67-16,0 0-172 0,0 0 67 16,0-1-45-16,0 0-25 0,0-3-74 15,0 2 50-15,6-3 24 0,1 0-231 16,3 1 228-16,-1-3-92 0,7 2-258 15,7-2 181-15,-7 2-137 0,0-3-631 16,-6 4-238-16,-4-4-358 0</inkml:trace>
  <inkml:trace contextRef="#ctx0" brushRef="#br0" timeOffset="-159338.47">11098 16297 489 0,'0'0'179'0,"0"0"-45"0,0 0 612 0,0 0-359 15,0 0 5-15,0 0-214 0,0 0-33 16,0 0 93-16,0 0-84 0,-13-22-35 16,13 21-1-16,-7-1-3 15,-2 2-39-15,-1 0-60 0,4 2 54 16,-4 2-70-16,-6 7 25 0,0 3-27 16,-1 4 2-16,8 4-73 0,-1 3 57 15,-3 4 16-15,10-1-57 16,-3 5 57-16,6 0 0 0,0 1-35 0,0-1 35 15,9 0 0-15,1-5-29 16,3-2 29-16,6-4 0 0,1-5-63 16,5-6 60-16,1 1-57 0,0-8-232 15,3 0 71-15,0-4-135 0,0-7-683 16,-9 2 274-16</inkml:trace>
  <inkml:trace contextRef="#ctx0" brushRef="#br0" timeOffset="-158791.39">11288 16293 659 0,'0'0'381'0,"0"0"33"0,0 0-258 0,0 0 42 0,0 0 227 16,39-3-253-16,-19-1-21 0,-1-1 65 15,-3 1-58-15,0 2 2 16,0 1 38-16,-3-1-57 0,-3 2-40 15,0 0-25-15,-4 2 25 0,1 0-82 16,-7 2 7-16,0 2 18 0,0 3-35 16,-13 4 16-16,3-1 13 15,-6 0-38-15,6 1-72 0,-3-3 69 16,0-1-20-16,0-3-62 0,13-2 85 16,-3-2 0-16,3 0-88 15,-3 0 88-15,3 1-57 0,6 0-39 16,4-2 96-16,6-1 0 0,4 1 23 15,-1 0-7-15,-3 1 9 0,-6 4-25 16,3-3 76-16,-4 1-25 0,-2 4-51 16,-4 2 76-16,4 2-48 0,-4 1-9 15,-3 0 44-15,0 0-41 0,-10-3-3 16,7 2 34-16,-4-4-53 0,1 1 29 16,-4 1-29-16,1-5 0 0,2 2-115 15,1-4 81-15,6-1-74 16,-10 0-187-16,10-1 139 0,0-1-87 15,0 0-537-15,0-1-229 0,0-9-71 0</inkml:trace>
  <inkml:trace contextRef="#ctx0" brushRef="#br0" timeOffset="-158550.41">11650 16251 1106 0,'0'0'280'0,"0"0"98"16,0 0-102-16,0 0-33 0,7 45 44 16,-7-23-132-16,0 1-16 0,-7-1 34 15,7 1-32-15,0 0-33 0,-6-1-57 16,6-2-25-16,0 1-26 0,0-1-99 16,0 0 16-16,0-2-135 0,0-2-553 15,0-5-230-15</inkml:trace>
  <inkml:trace contextRef="#ctx0" brushRef="#br0" timeOffset="-158410.1">11750 16520 2717 0,'0'0'758'0,"0"0"-470"16,0 0-102-16,0 0-167 15,0 0-19-15,0 0-54 0,0 0-502 16,0 0-31-16,0 0-637 0</inkml:trace>
  <inkml:trace contextRef="#ctx0" brushRef="#br0" timeOffset="-157604.32">12038 16458 414 0,'0'0'685'0,"0"0"-171"0,6 38-244 0,1-32-43 16,-4-1 74-16,-3 0-194 0,0-2-1 16,0 1 1-16,6-1-53 15,-6-1-12-15,0-1 29 0,0-1 38 16,0 0 22-16,0-6 16 0,-6-3-99 16,6-5-48-16,0-2-13 15,0-1 12-15,0 0 1 0,0 2-41 16,0-3 25-16,6 3 13 0,4-1-73 15,-3 2 75-15,2 2-23 0,4 4-31 16,-3 3 55-16,-1 3 0 0,-9 1 10 16,10 1 47-16,-3 3-6 0,2 6 23 15,4 5 66-15,-3 3-10 0,-4 2 0 16,-2-1-10-16,5-2-105 0,-5 1 26 16,-1-2-28-16,6-3-13 0,-5-1-35 15,-1-2 16-15,3-4 19 16,-2-2-88-16,-1 1 69 0,0-2 19 15,4 0-145-15,-4-2 100 0,3-2-53 16,10-7-138-16,-6-5 156 0,3-6-13 16,-3 0-93-16,-1 2 102 15,-2-1 1-15,-1 5-63 0,-2 0 111 16,2 5 12-16,-3 3 14 0,0 2 9 16,-3 3 19-16,4-1 55 15,-4 2-6-15,0 7 16 0,0 5 144 16,0 6-45-16,0 0-49 0,0-1-25 15,-4-2-30-15,4 0-79 0,0-3-29 16,0 0 17-16,4-1-55 0,-4-4-352 16,6-2 81-16,-3-3-313 0,7-1-808 15</inkml:trace>
  <inkml:trace contextRef="#ctx0" brushRef="#br0" timeOffset="-157215.01">12538 16342 2058 0,'0'0'330'0,"0"0"-71"0,0 0 104 0,-42 20-148 16,36-11-69-16,-4 0-18 0,7 4-24 15,-3-2-47-15,-1 1-47 16,7 0 62-16,0-5-72 0,0 2-41 15,0-5 25-15,0 2 16 0,0-1-105 16,10 1 103-16,-4-3-15 0,7-3-50 16,0 0 51-16,0-5 16 0,-3-3-57 15,-1 1 56-15,-2 3 1 0,-4-2-19 16,0 2 19-16,1 1 0 0,2-3 2 16,-3 3 33-16,0 0-35 0,-3 1-9 15,4 2 9-15,-4 0 22 16,0 5 22-16,0 6 80 0,6 0-39 15,-6 0-47-15,3 0 35 0,1-4-73 16,-1-2-45-16,-3-1 23 0,10 3-3 16,-4-3-260-16,7 2 8 15,-3-3-79-15,-1-3-621 0,1 0-64 16,3-2 271-16</inkml:trace>
  <inkml:trace contextRef="#ctx0" brushRef="#br0" timeOffset="-157045.84">12797 16349 743 0,'0'0'388'0,"0"0"16"0,0 0 246 15,3 52-363-15,-6-31-67 0,3-3 12 16,0 1-143-16,0 0-53 0,3-2-36 16,-3-1-2-16,0-2-34 0,10-3-159 15,-4 0-17-15,-6-4-209 16,0-3-746-16</inkml:trace>
  <inkml:trace contextRef="#ctx0" brushRef="#br0" timeOffset="-156852.72">12764 16286 1687 0,'0'0'451'0,"0"0"-111"16,0 0-246-16,0 0-69 0,0 0-25 15,0 0-29-15,0 0-68 0,0 0-697 16,0 0-579-16</inkml:trace>
  <inkml:trace contextRef="#ctx0" brushRef="#br0" timeOffset="-156439.85">13039 16206 1412 0,'0'0'368'0,"0"0"-27"0,0 0 102 16,0 0-217-16,0 0-56 0,0 0-112 15,0 0 19-15,0 0 25 16,0 0 83-16,32 46 5 0,-16-23-63 15,-6 1-7-15,-3 5 62 0,-1 2-40 16,-6 4-80-16,0 4 44 16,0-3-106-16,-6 0 37 0,-1 3-34 15,-3-1-3-15,-6-4-137 0,0-1 69 16,-3-6-68-16,-4-3-454 0,4-2 197 16,-4-3-228-16,7-6-1558 15</inkml:trace>
  <inkml:trace contextRef="#ctx0" brushRef="#br0" timeOffset="-151497.14">12009 16852 107 0,'0'0'267'15,"0"0"-75"-15,0 0 59 0,0 0 17 16,0 0-145-16,0 0-64 0,0 0 55 16,0 0-62-16,-13-2 111 15,13 2 207-15,0-2-237 0,-3 1 32 16,-1-1 84-16,4 2-152 0,-3-1-16 15,-3 1 12-15,6 0-32 0,-4 0-61 16,4 1-3-16,-3 4 0 16,-7 1-26-16,10 6-45 0,-3 6 71 15,0 1 0-15,0 8 3 0,-4 1 25 16,7 3-9-16,-3 3-9 0,3 0 19 16,-6 0-26-16,6 0-2 0,0-1 2 15,0-6 0-15,0-1-23 16,6-7 23-16,-3-2 0 0,-3-5-65 15,10-2 63-15,-7-6-30 0,0 0-45 16,14-2 77-16,-4-2 1 0,3-4 18 16,0-2 10-16,-3-3 20 0,9 0 37 15,1-1-5-15,-4 1 2 0,7 1 42 16,0-1-22-16,3-1-23 0,-3 1 9 16,6 2 45-16,1-2-87 15,-1 1-34-15,-6 3 25 0,6 0-38 16,-6 3-41-16,0-3 22 0,-10 4 19 15,0-1-134-15,-3 1 42 0,-10 1-90 16,4 0-436-16,-4 0 19 16,-3 0-461-16</inkml:trace>
  <inkml:trace contextRef="#ctx0" brushRef="#br0" timeOffset="-151136.77">12390 16958 1564 0,'0'0'179'0,"0"0"71"15,0 0 162-15,0 0-241 0,0 0-33 16,0 0 8-16,0 0-113 0,0 0-33 15,0 0 0-15,0 2 41 0,13 6 46 16,3 2 38-16,3 1-29 16,4 2-61-16,-4-1-22 0,-3-1 18 15,7 0-31-15,-7 1-3 0,-3-1 3 16,0-1 0-16,-3 1 3 0,-10-1 10 16,9 1-6-16,-9-5 8 15,0 3 36-15,-3 2 0 0,-3 1-25 16,-10 2 50-16,9 1-67 0,-6-2 23 15,0-1-26-15,-3-1-6 0,3-1-157 16,0 1 39-16,7-3-89 0,-4 1-398 16,10-2 22-16,0-2-214 0</inkml:trace>
  <inkml:trace contextRef="#ctx0" brushRef="#br0" timeOffset="-150307.87">12974 16939 817 0,'0'0'349'0,"0"0"142"0,0 0-266 0,0 0 15 0,0 0 132 16,0 0-172-16,0 0-13 15,0 0 18-15,0 0-109 0,0 0-45 16,-3 6-38-16,3 8 79 0,0 7-6 15,-6 2 32-15,6 3 12 0,0 1-55 16,-4-3-65-16,1 1 62 16,0-5-72-16,-3 1 0 0,6-5 0 15,-4 1 0-15,4-3-12 0,-3-5 12 16,3-2 0-16,0-2-64 0,0-1 42 16,0-3 15-16,3 3-148 0,1 0 130 15,-4-1-13-15,9 0-26 16,-2 1 64-16,9-3 0 0,0-1 13 15,0 0 6-15,0 0-19 0,-6 0 26 16,6 1-11-16,-6 1-15 0,3 1 0 16,-4 2 0-16,4 0 0 0,-3 1-27 15,0-2 25-15,-1-1 2 0,1 1-112 16,-3-2 4-16,6-1-119 0,-10-1-233 16,-3 0-9-16,6-1-321 15</inkml:trace>
  <inkml:trace contextRef="#ctx0" brushRef="#br0" timeOffset="-150001.76">13200 17036 1354 0,'0'0'309'0,"0"0"116"0,0 0-185 15,0 0-123-15,0 0 73 16,0 0-113-16,0 38 20 0,4-17 44 15,-1 3-6-15,0 0-7 0,4-2 41 16,2-2-45-16,1-1-102 0,0-5 7 16,-4-2-29-16,10-3 0 0,0-5-63 15,-3-3 63-15,4-1 0 0,-5-5 2 16,-2-4 97-16,3-3-14 0,-3-1-53 16,-1-1 50-16,-2-3-45 15,-7 1-30-15,0-2 68 0,0 1-75 16,0-1 6-16,-3-2-34 0,-10 1 28 15,6 0-293-15,-2-1 144 0,-1 4-173 16,3 1-558-16,7 6 195 16,0 3-12-16</inkml:trace>
  <inkml:trace contextRef="#ctx0" brushRef="#br0" timeOffset="-149635.08">13449 16987 745 0,'0'0'654'15,"0"0"-358"-15,0 0-45 0,26 40 92 16,-19-19-200-16,2 0-24 0,-2-4 55 16,-1 2-68-16,-3-2-44 0,4-2-30 15,-7-2-3-15,6-2-29 0,-3-4-19 16,1-2 16-16,-1-4 3 0,0 0-26 16,4 0 26-16,-7-1 45 15,13-1 13-15,-10-5 19 0,10-6-26 16,-10-5-9-16,7-1 31 0,-7-1-60 15,0-1 9-15,-3 6-9 0,7-1-13 16,-4 3-57-16,-3 4 57 16,3 2 0-16,-3 5-45 0,0 0 45 15,3 0 0-15,-3 1-66 0,0 1 47 16,0 7 19-16,0 5 3 0,10 1 58 16,-7 4-7-16,0-4 3 15,4-1 42-15,-4 0-29 0,7 0-57 16,-4-2 50-16,7-2-63 0,-3 2-6 15,0-1-10-15,6-2 16 0,-7-3-172 16,8 1 48-16,-5-4-116 0,1-2-486 16,0-1 77-16,-6-5-165 0</inkml:trace>
  <inkml:trace contextRef="#ctx0" brushRef="#br0" timeOffset="-149241.18">13859 17012 1656 0,'0'0'432'0,"0"0"-153"0,-3 37 102 0,3-17-172 16,0-3-59-16,0 2-70 15,0-2-29-15,3-2-51 0,-3-1-23 0,7-2 7 16,-1-2 16-16,-2-3-89 0,2-3 76 15,-3-3-35-15,0 0-100 16,1-1 110-16,5 0 5 0,-2-1-2 16,9-8 33-16,-6-4 2 0,3-2-145 15,-10-2 25-15,7 2-22 0,-4 1-84 16,-6 0 125-16,6 1-19 16,-2 5-43-16,-4 2 163 0,3 4 65 15,-3-1 282-15,3 2-82 0,-3 1-45 16,0 1-30-16,0 5-56 0,0 7 17 15,0 5 5-15,7 0-9 0,-4-1-68 16,0 1-76-16,0-4 16 0,4-2-19 16,2-2-143-16,-2 0-6 15,3-4-159-15,-1-1-596 0,-2-3-219 16</inkml:trace>
  <inkml:trace contextRef="#ctx0" brushRef="#br0" timeOffset="-148992.42">14137 17065 1246 0,'0'0'391'0,"0"0"-108"0,-6 38 164 16,6-23-211-16,0 2-65 15,0-2-59-15,6-2-81 0,-3 1-31 16,4 1-42-16,3-5 41 0,-4-4 1 15,7 1-29-15,0-4 29 0,3-3 33 16,0 0 5-16,0-2 42 16,0-5-35-16,-3 3-45 0,-9-2-58 15,9-1-324-15,-10 1-1335 0</inkml:trace>
  <inkml:trace contextRef="#ctx0" brushRef="#br0" timeOffset="-148840">14179 17127 1613 0,'0'0'451'0,"0"0"-104"0,0 0-11 15,0 0-211-15,0 0-38 0,39 5-74 16,-29-7-13-16,-4-2-258 0,-3 0-820 16,4-1-333-16</inkml:trace>
  <inkml:trace contextRef="#ctx0" brushRef="#br0" timeOffset="-148667.35">14195 16960 1535 0,'0'0'620'0,"0"0"-283"0,0 0 11 0,0 0-136 16,0 0-46-16,49-2-6 15,-30 1-59-15,-3 1-101 0,0 0-50 16,-3 0-68-16,3 0-154 0,-3 0-382 15,0 0 126-15,-3 0-282 0</inkml:trace>
  <inkml:trace contextRef="#ctx0" brushRef="#br0" timeOffset="-148260.55">14392 16987 846 0,'0'0'736'16,"0"0"-515"-16,0 43 32 0,0-26 152 16,0-2-179-16,0 2-88 15,0-3-35-15,0 1-45 0,0 0-58 16,0 1-26-16,0-5 25 0,0 1-41 15,0-4-74-15,0-5 75 0,0-1-17 16,7-1-17-16,-7-1 75 16,0 1 13-16,3-1 0 0,-3-2 48 15,3-4 17-15,0-6 15 0,4-5-42 16,-4-5-19-16,4-1-22 0,2 1 16 16,4 0-26-16,3 4-45 0,1 1 45 15,2 4 106-15,-3 6 203 16,-6 3 43-16,6 3-116 0,-10 1-112 15,1 7-9-15,-4 1-90 0,4 4 6 16,-4 4 25-16,-3-1-56 0,-10 1 0 16,10-1-2-16,-6-1 2 0,-4 1-81 15,7-1 65-15,-4 0 16 0,1-1-106 16,3 0 106-16,-1-1 0 0,4 1-43 16,0 2 43-16,0-3 0 15,0 0-33-15,0-5 33 0,0 0 0 16,4-3-56-16,-4 1 34 0,3-2 22 15,-3-1-167-15,0 3 142 0,9-2-63 16,-5-1-335-16,-1 3-109 16,10-2-290-16,-10-2-1030 0</inkml:trace>
  <inkml:trace contextRef="#ctx0" brushRef="#br0" timeOffset="-147385.78">15284 16953 1746 0,'0'0'380'0,"0"0"-137"0,0 0 125 0,0 0-220 0,0 0-26 16,-36 3-51-16,23 8-33 16,-3 3-16-16,3 5-18 0,0 0 95 15,0 0-13-15,10 1 22 0,0-1 25 16,0-2-41-16,3 1-79 16,6-3 40-16,4-3-53 0,3-2-14 0,0-3 13 15,6-2 1-15,0-4-19 16,1-1 19-16,-4-5 0 0,3-2-10 15,-6-1 9-15,-3 2 1 0,3-3-133 16,-10 2 95-16,4 0-25 0,-4 0-65 16,-3 2 116-16,0-5-30 0,0 4 4 15,-10 1 38-15,7-2 0 0,-10 4 13 16,0 0-13-16,7 3 3 0,-4 0 9 16,7 2 36-16,-1-1-48 15,-2 0-19-15,6 1 16 0,-3 0 3 16,3 0-109-16,0-1 77 0,3 0 4 15,7-1 28-15,3 0 118 0,6 0-41 16,-3-1-61-16,10-3 31 16,-10 1-47-16,4 1 13 0,-8-2-14 15,5 1 1-15,-8 2-45 0,-2 0 45 16,-1 1 0-16,-3 0 2 0,4 2 2 16,-7 2 34-16,6 2 3 15,-6 4 80-15,0 2-32 0,0 5-74 0,0-3 55 16,-6-2-70-16,6-4-16 15,0-3-3-15,0-3 19 0,0 4-218 16,0-2 58-16,10-2-121 0,-4-2-467 16,4-1 180-16,-1-2-210 0</inkml:trace>
  <inkml:trace contextRef="#ctx0" brushRef="#br0" timeOffset="-147176.4">15675 16989 1028 0,'0'0'901'0,"0"0"-625"0,0 0-69 16,0 0 171-16,0 0-105 16,16 34-46-16,-16-17-30 0,0 2-93 15,0-4-104-15,0 1-3 0,0-1-22 16,0-4 9-16,0-2-245 0,0-3 111 16,3 0-90-16,0-4-496 15,0 0 128-15,1-1-151 0</inkml:trace>
  <inkml:trace contextRef="#ctx0" brushRef="#br0" timeOffset="-147023.54">15868 17008 2264 0,'0'0'626'0,"0"0"-520"0,-9 33 32 15,2-13 41-15,-2 2-55 0,2 0-121 16,1-8-1-16,6 4-4 0,-4-5-37 15,4 2-171-15,-3-4 46 0,3-1-138 16,0-2-617-16,0-5 167 16,0-2-11-16</inkml:trace>
  <inkml:trace contextRef="#ctx0" brushRef="#br0" timeOffset="-146791.56">15736 16966 1653 0,'0'0'652'0,"0"0"-52"16,0 0-257-16,0 0-98 0,0 0 30 15,0 0-64-15,42-24-119 0,-19 24-73 16,-1 0 23-16,1 0-42 0,3 6-217 16,-4 2 82-16,4 0-74 15,0-1-384-15,-3 3 117 0,2-3-163 16,-5-3-1224-16</inkml:trace>
  <inkml:trace contextRef="#ctx0" brushRef="#br0" timeOffset="-146291.42">16114 16980 176 0,'0'0'1350'0,"0"0"-713"16,0 0-281-16,0 0 59 0,3 42 135 16,-3-20-259-16,0 0-62 0,-3 0-25 15,-4-4-33-15,4 0-171 0,0-3-15 16,0-2-19-16,3 0-7 0,0-3-319 16,-4-1 203-16,4-5-122 15,-3 1-431-15,3-4 135 0,0-1-136 16,0 0-165-16,0-1 745 0,0-6 115 15,3 0-43-15,4-7 59 0,-4-3 0 16,0 1 17-16,1 3-17 16,-1 3 13-16,-3 6 339 0,3 0 182 15,-3-3-27-15,7 6 203 0,-1-2-349 16,-3 2-35-16,10-3 72 0,0 2-181 16,0-1-91-16,0-2-104 0,-3 1 54 15,-1-2-76-15,1 0-146 16,-4 1 124-16,-2 0-54 0,2 1-176 15,-3-2 179-15,4 0-19 0,-7-2-93 16,6 2 102-16,-2 1-77 0,-1-1-204 16,-3 1 222-16,0 3 142 0,0 1 94 15,0 1 86-15,0 3-22 0,0 8-7 16,-3 5 95-16,-1 4 5 0,-2 4 20 16,6-4-110-16,-3-2-121 15,-1-3 2-15,4 0-84 0,0-4 39 16,0-1-365-16,0-3 76 0,4-4-181 15,-1 1-747-15,-3-1-130 0</inkml:trace>
  <inkml:trace contextRef="#ctx0" brushRef="#br0" timeOffset="-146007.52">16388 16993 1278 0,'0'0'585'0,"0"0"-76"16,-6 46-244-16,6-30-36 0,3 0-5 15,0-2-109-15,4 2-60 0,3-3-14 16,-1-2 4-16,4-2-29 0,-3-4-16 16,6-2 86-16,7-2 44 15,-7-1 179-15,0-4-73 0,-3-4-149 16,0-1-52-16,-4-2-63 0,4-4 28 15,-9 3-214-15,5-1 173 0,-6-4-59 16,-3 1-279-16,0 0 89 16,0-3-182-16,0 7-737 0,0 1 224 15</inkml:trace>
  <inkml:trace contextRef="#ctx0" brushRef="#br0" timeOffset="-145510.81">16589 17059 342 0,'0'0'1517'15,"0"34"-1131"-15,0-19-40 0,3-3 143 16,-3-2-278-16,3-3-173 0,0-4-25 16,-3 0-26-16,0 2-9 0,4-3-138 15,-4-2 86-15,3 0-28 0,-3-2-43 16,6-7 123-16,-3-6-1 0,1-4 10 16,2-2 13-16,-3-3 0 15,1 2-48-15,-1-2-55 0,3 2-49 16,1 3 6-16,-4 5 146 0,10 4 117 15,-3 4 183-15,-1 4-40 0,4 2 76 16,-6 4 278-16,-1 4-270 16,4-1-170-16,-4 4-155 0,-6 1 79 15,0 0-98-15,0 3-9 0,0-6-6 16,0 4 15-16,-6-3-226 0,-4-3 176 16,10 1-40-16,-3-5-189 15,3 2 278-15,-3 0-1 0,3-2-130 0,0 3 129 16,0-3-19-16,3 1-95 15,0 1 117-15,10-2-76 0,0 4-80 16,0-3 156-16,3 2 26 0,-3 0 56 16,-3 0 146-16,-1 1-23 0,-2-1-29 15,-1-2-14-15,-2 2-106 0,-1-2-34 16,-3-1 77-16,6 4-44 0,-3-4-39 16,-3 3 80-16,4 0-96 15,-4 2 46-15,-4 1-12 0,-5-3-34 16,-4 3 6-16,-3-3-6 0,-4-4 0 15,4 0-77-15,-3-2 43 0,6-1-25 16,3-1-445-16,4-3 145 0,-1 3-281 16,7 2-1261-16</inkml:trace>
  <inkml:trace contextRef="#ctx0" brushRef="#br0" timeOffset="-144509.81">17374 17044 893 0,'0'0'316'0,"0"0"-39"0,6 36 58 16,0-16-111-16,1 0 0 0,-1 2 115 16,-2-2-181-16,-1 0-71 0,-3-3-20 15,6-2-31-15,-3-4-36 0,1-4 0 16,-4-2 0-16,0-3 0 0,0-2-8 16,0 1 7-16,0 0 2 15,0-1 5-15,0-1-6 0,0-6-10 16,-4-4-80-16,4-4 74 0,0-8-16 15,0-7-55-15,7 1 42 16,-1-1-30-16,4 5-35 0,6 3 97 16,-3 3 13-16,3 6 4 0,0 3 128 15,-3 5 58-15,0 2 51 0,0 3-100 16,0 0-4-16,-6 4 83 0,-1 4-37 16,1 3-110-16,-7 1-51 0,0 4 22 15,-4 1-44-15,-2 0-22 16,-4 1 20-16,-3-3 2 0,0-1-124 15,0-1 122-15,0-3-12 0,1 0-59 16,2 0 61-16,0-4-4 0,4-1-114 16,-1-3 101-16,7-1-28 0,0 3-83 15,0-3 138-15,0 1-34 0,0 0-15 16,0 0 51-16,13 2 64 0,-3-1 86 16,3 0 0-16,0 2-87 15,-4-2-47-15,4-1-23 0,-9-1 7 16,2 0-241-16,-3 1 43 0,0-2-139 15,1 0-685-15,-4 0-8 0,13-7 269 16</inkml:trace>
  <inkml:trace contextRef="#ctx0" brushRef="#br0" timeOffset="-144305.08">17690 17027 752 0,'0'0'1414'0,"0"0"-1203"0,0 0-56 0,0 0 180 0,0 0-107 0,0 0-120 0,-6 51-73 0,2-34 33 0,1 4-30 0,-3-2-3 0,6-2 19 0,0 3-48 0,0-1 23 15,0-3-4-15,9 3-25 0,1-5 29 16,3-1-28-16,0-2-1 0,-3-2-121 16,6-4 118-16,0 1-102 15,-3-6-247-15,3-3 94 0,-6-3-181 16,-1-4-647-16,-2 5 314 0</inkml:trace>
  <inkml:trace contextRef="#ctx0" brushRef="#br0" timeOffset="-144134.43">17726 17107 2014 0,'0'0'508'16,"0"0"-324"-16,0 0 28 0,0 0-61 15,0 0-103-15,42 2-48 0,-36-2-129 16,4-2-32-16,-7 0-84 0,3-2-483 16,-2-1 2-16,-1 2 6 0</inkml:trace>
  <inkml:trace contextRef="#ctx0" brushRef="#br0" timeOffset="-143696.73">17810 17016 476 0,'0'0'277'0,"32"0"121"0,-16 1-248 16,0 6-53-16,0 2 59 0,-3 4-84 15,-3 0 22-15,-4 7 153 0,-2-4-88 16,2 5 0-16,-3 2 132 0,0-4-159 16,1-1-55-16,-4 2-57 15,0-7-4-15,0 1-16 0,0-5-103 16,0-3 38-16,-4-4-35 0,4-1-220 15,0-1 96-15,0 0 101 0,-3-5-78 16,3-5 61-16,-3-8 19 0,-3-5 76 16,6 0-1-16,-4-4-117 0,4-1-244 15,0 3 215-15,4 2 42 0,8 3 150 16,-2 6 215-16,6 2 130 0,0 1 261 16,1 5-314-16,2 2 52 15,-3 4 231-15,7 0-267 0,-7 2-40 16,-6 3 88-16,-1-2-95 0,-5 0-82 15,-1 4-89-15,-3-1 34 16,0 3-124-16,0 6 65 0,-7-1-37 16,-6-1-28-16,0-2-18 0,-3-3 16 15,0-2 2-15,0 1-214 0,6-3 145 16,1-2-98-16,2-2-344 16,1 0 81-16,2 0-169 0,4-1-1104 15,0-5 939-15</inkml:trace>
  <inkml:trace contextRef="#ctx0" brushRef="#br0" timeOffset="-143427.86">18165 17028 1216 0,'0'0'670'15,"0"0"-77"-15,-3 37-390 0,-1-22-16 0,-2 1 162 0,3 4-91 0,-1 2-58 0,4-3-33 0,0-1-10 0,4-1-151 16,2-5 38-16,4-5-27 0,3-1-17 15,3-5-66-15,-3-1 66 0,3-9 0 16,-3-1 1-16,0-4 56 16,0-1-6-16,-4-5-36 0,-2 1 66 15,-4-1-81-15,-3-5 31 0,0 2-68 16,-10-1 37-16,1-1-254 0,-11 2 115 16,4 0-196-16,0 6-546 15,6 3 405-15,4 8 64 0,-1 1 28 16,7 5 322-16,0 0-143 0,0 0-793 15</inkml:trace>
  <inkml:trace contextRef="#ctx0" brushRef="#br0" timeOffset="-143136.19">18397 16982 790 0,'0'0'554'0,"0"0"255"16,0 0-385-16,0 0-54 15,0 0 227-15,0 0-231 0,0 0-164 16,0 0-201-16,0 0-2 0,0 0-65 15,0 7-148-15,-3-5 211 16,0 3-35-16,0 2-110 0,3 4 147 16,0 0-37-16,6 0-181 0,7 1 175 15,0-2-46-15,3 2-262 0,0-2 130 16,0-2-1-16,4 0-169 0,-7 2 136 16,0 0 48-16,3-3-59 15,-7 4 267-15,-2-3 10 0,-4 4 279 16,0 2 10-16,-3-3 61 0,-3 1 186 15,-3-4-344-15,2 0-116 0,-5-1-86 16,6-3-70-16,-1 0-113 0,-5-1-508 16,9-1-95-16,-7 1-443 0</inkml:trace>
  <inkml:trace contextRef="#ctx0" brushRef="#br0" timeOffset="-142988.85">18620 17236 3169 0,'0'0'723'0,"0"0"-384"0,0 0-230 16,0 0-109-16,0 0-307 0,0 0 12 15,0 0-460-15</inkml:trace>
  <inkml:trace contextRef="#ctx0" brushRef="#br0" timeOffset="-120068.63">6750 16400 650 0,'0'0'391'15,"0"0"-287"-15,0 0 20 0,0 0 58 16,0 0-71-16,0 0 97 0,0 0-7 15,0 0-106-15,7 34-11 0,-1-23 78 16,-2 9-75-16,2 0 49 0,-3 6 80 16,4 0-78-16,-7 2-25 0,0 0-4 15,0 0-17-15,0 0-28 16,0-5-35-16,6-4-13 0,-6-3-16 0,3-4-144 16,-3 0 26-16,0-2-78 15,0-6-346-15,0 1 107 16,0-3-170-16</inkml:trace>
  <inkml:trace contextRef="#ctx0" brushRef="#br0" timeOffset="-119316.73">6618 16755 1303 0,'0'0'130'15,"0"0"42"-15,0 0 186 0,48 40-138 16,-28-26-42-16,2-2 7 0,1 0-118 16,-4-2-31-16,4-2-10 15,-4-3 0-15,4-1-26 0,0-4-15 16,-7 0 15-16,3-5 2 0,-9-6 40 15,6-1 128-15,0-2 109 0,-3-1 78 16,-3-1-152-16,-4 4-69 0,-3 1-71 16,-3-1 26-16,7 1-91 0,-7 5-51 15,0 0 49-15,0 3-68 16,3 0-309-16,-3 1 35 0,0 2-256 16,3-1-1075-16</inkml:trace>
  <inkml:trace contextRef="#ctx0" brushRef="#br0" timeOffset="-118468.93">5329 16954 262 0,'0'0'831'0,"0"0"-632"0,0 0-49 0,0 0-27 16,7 44-12-16,-4-21 77 0,3 2-58 15,-6 0-10-15,7 0 68 0,-4 3-100 16,-3 0 12-16,7 4-41 0,-4-6-47 16,0 2-12-16,0-6-13 15,-3-7-16-15,7-3-23 0,-4-5-58 16,-3-4 81-16,0-2 13 0,0-1 16 15,0 0 20-15,6 0 58 0,-6-2 145 16,0-6-98-16,10-4-47 0,-10-4-36 16,7-8 9-16,2-3-51 0,-2 3 0 15,-1 2-3-15,4 5-10 16,-10 6-80-16,10 1 64 0,-10 4-7 16,6 3-35-16,-6 1 49 0,6 0-17 15,-2 1-42-15,2 1 62 0,-3 2 3 16,4 4 16-16,-1 7 39 0,-2 3-4 15,2 5 30-15,0-3 9 0,-2 2-29 16,2-2-6-16,1-2-14 16,-4-1-25-16,3 0-23 0,4-1-9 15,-4-4-71-15,1-4-256 0,3-1-118 16,-7-4-193-16</inkml:trace>
  <inkml:trace contextRef="#ctx0" brushRef="#br0" timeOffset="-118177.13">5675 17113 1356 0,'0'0'452'15,"0"0"-238"-15,0 0-29 16,-26 49 135-16,20-29-123 0,2-3 6 0,4 2 72 16,0 2-106-16,0-5-67 15,4-1-57-15,2-4 2 0,4-4-47 16,-1 0 0-16,8-3 0 0,-1-3 22 15,0-1-19-15,-3-2 67 0,-4-6-13 16,8 2-44-16,-8-5 90 16,-2 2-40-16,-4-1-37 0,3-3 90 15,-6 2-34-15,-6-3-60 0,3 2 49 16,-4 0-71-16,-9-1-188 16,6 2 94-16,-6 1-104 0,0 3-432 15,10 4 225-15,6 1-131 0,-3-2-589 16,3 2 88-16</inkml:trace>
  <inkml:trace contextRef="#ctx0" brushRef="#br0" timeOffset="-117648.57">5856 17130 743 0,'0'0'518'0,"0"0"-137"16,0 0 268-16,0 0-419 0,39 32-59 15,-36-19 12-15,3 5-35 0,4-3-33 16,-4-1-54-16,-6-3-13 0,0-4-16 15,0-4-19-15,0-1 19 0,0 1-32 16,0-2 12-16,0 0-12 16,7 1 3-16,-7-1 7 0,0-1 76 15,3 0-10-15,-3-9-38 0,0 1-38 16,7-10-3-16,2 2-169 0,1-6 112 16,3 4-36-16,-4 4-54 15,-2 6 137-15,-4 5-6 0,4 3 19 16,-7 0 42-16,6 0 2 0,-3 1-24 15,4 3 40-15,-1 7-9 0,-3 4-31 16,4-2 59-16,-7-2-44 0,0-5-32 16,6 0 32-16,-6-3-35 0,4-1-9 15,-4 2-4-15,0-2 13 16,6 1-19-16,-6-3 6 0,7 0 13 16,-4 0-88-16,6-7 87 0,4-2-65 15,-3-9-213-15,6 0 173 0,-6-1 10 16,3 3-22-16,-10 5 63 0,4 7 23 15,-7 1-1-15,6 2 33 0,-3 0 55 16,4 1 94-16,-7 1-27 16,3 3-16-16,-3 7 35 0,3 3 44 15,-3 3-86-15,0 0 22 0,3 1 22 16,-3-4-67-16,0-3-57 0,0 2 9 16,0-3-28-16,7-2-130 15,-7-4 13-15,0-2-29 0,0 2-222 16,3-3 56-16,-3-1-257 0,0 1-768 15,7-2 575-15</inkml:trace>
  <inkml:trace contextRef="#ctx0" brushRef="#br0" timeOffset="-117172.72">6308 17112 1524 0,'0'0'458'0,"0"0"96"0,6 48-254 0,-6-32-5 0,0 1 71 0,7-3-195 0,-7-2-63 16,3 1-96-16,-3-4 36 16,7-2-48-16,-7-2-99 0,0-4 97 15,0 0 2-15,6-1-76 0,-3 0 73 16,-3 0 3-16,7 0-95 0,-1-3 93 16,4-7-36-16,0-2-99 15,-4-3 86-15,4-3-32 0,-1 1 6 16,-2 2 77-16,-1 6 0 0,-2 4 32 15,-4 4 93-15,6 1-26 0,-6 0-42 16,0 0 3-16,0 0-60 0,0 2 1 16,6 6 59-16,-2-3 23 15,-4 3-36-15,0-2 57 0,0-1-104 0,6 2 47 16,-6-2-41-16,0 3-6 16,7-4-72-16,-4 2 50 0,-3-4 19 15,10 0-218-15,-7-2 186 0,6-3-73 16,1-5-106-16,0-3 211 0,-4-1-42 15,4 1-12-15,-4 2 57 0,1 7 61 16,-4-2 73-16,-3 4-7 16,7 0-57-16,-7 4-29 0,0 5 83 15,0 4 8-15,0 5-19 0,0-2 16 16,6 0-109-16,-6-2 30 0,3-5-52 16,-3-2 2-16,7 0-221 15,-7-3 120-15,6 0-135 0,-3 3-806 16,7-4-295-16</inkml:trace>
  <inkml:trace contextRef="#ctx0" brushRef="#br0" timeOffset="-116715.32">6686 17186 2000 0,'0'0'142'0,"0"0"1"0,0 0 48 16,0 0-69-16,0 0-9 0,39 11 29 15,-20-16-52-15,-3-6-29 16,-3-1 3-16,-3-1-3 0,-1 0-45 16,-9 5-7-16,7-1 23 0,-7 1 0 15,0 5 16-15,0 0 48 0,0-1-23 16,0 2 29-16,-7 1 31 0,7 1-99 15,-9 0-34-15,9 8 0 16,-10 5-28-16,4 7 15 0,-1 2 13 16,4 3 0-16,3-2-31 15,0-2 15-15,6 1 16 0,-2-6-108 0,12 0 51 16,-7-2-80-16,4-5-395 0,-3-2-173 16,6-3-281-16</inkml:trace>
  <inkml:trace contextRef="#ctx0" brushRef="#br0" timeOffset="-116520.25">6960 17304 1404 0,'0'0'1539'0,"0"0"-1041"0,0 0-93 16,0-40 15-16,0 21-218 0,-3 0-190 16,3-2 47-16,0 2-47 0,0 5-12 15,0 0-117-15,3 6 98 0,1-1-52 16,12 6-251-16,-7-1 237 0,14 2-85 15,-7 2-462-15,0 4-376 0,-6-1-522 16</inkml:trace>
  <inkml:trace contextRef="#ctx0" brushRef="#br0" timeOffset="-116196.57">7522 17158 59 0,'0'0'1990'16,"0"0"-1272"-16,0 0-493 0,0 0-39 15,0 0 69-15,0 0-90 16,0 0-39-16,33 23-3 0,-27-5 22 16,-3 1-60-16,-3 1-82 0,0-4 63 15,0-6-66-15,7-1-142 0,-7-5 89 16,0 0-79-16,0-1-331 0,0-2-107 16,0-1-616-16</inkml:trace>
  <inkml:trace contextRef="#ctx0" brushRef="#br0" timeOffset="-116086.57">7539 17004 232 0,'0'0'2955'0,"0"0"-2955"0,0 0-3 16,0 0-288-16,0 0 75 0,0 0-334 15</inkml:trace>
  <inkml:trace contextRef="#ctx0" brushRef="#br0" timeOffset="-115461.48">8039 17025 55 0,'0'0'1844'0,"0"0"-1627"16,0 0-13-16,0 0 91 0,0 0-154 16,0 0-67-16,0 0-74 15,0 0 0-15,0 0 0 0,0 0 3 16,32 21 38-16,-15-21-15 0,-1-2-7 15,-7-2 13-15,4 3-32 0,-3-2 4 16,-3 3 18-16,-4 0 0 0,-3 0 33 16,0 0 28-16,6 0-28 15,-6 0-36-15,0 2 51 0,0 5-13 16,0 3-22-16,-6 6 29 0,6 1-64 16,0 0 25-16,0 1-18 0,0-1-7 15,0 3-4-15,6-1 4 0,-3 1 0 16,4 3 15-16,3-3-8 0,-4 3-7 15,1 0-11-15,2-2 11 0,-2 2 0 16,-4-3-44-16,3-6 28 16,-6-2-10-16,0-3-152 0,0-5 82 15,0 0-16-15,0-2-75 0,-6-1 168 16,3 1-42-16,-10-2-281 0,3-5-18 16,-6-5-52-16,0 1-670 15</inkml:trace>
  <inkml:trace contextRef="#ctx0" brushRef="#br0" timeOffset="-115266.38">8013 17255 2368 0,'0'0'416'0,"0"0"-101"0,0 0 39 15,0 0-110-15,0 0-71 16,0 0-113-16,0 0 28 0,0 0-88 16,0 0 31-16,33-12-31 0,-14 12 0 15,4 1-81-15,2 0 59 0,5-1 9 16,-1 0-214-16,-7-2 110 0,1-3-181 15,-4-3-651-15,-3 3-192 0</inkml:trace>
  <inkml:trace contextRef="#ctx0" brushRef="#br0" timeOffset="-115040.93">8359 17139 2144 0,'0'0'324'0,"0"0"-179"0,0 34 168 15,0-15-51-15,0-4-48 0,6 0-68 16,-2-1-60-16,2-6-86 0,4 2 31 16,3-1-15-16,0-5-16 0,0-1-17 15,-4-3 17-15,4-3 45 0,-10-1-11 16,7-3 86-16,-3 1-29 16,2-3 42-16,-2-2 23 0,-7-1-144 15,6 1 47-15,-6-2-74 0,0 0 15 16,0-3-295-16,0-1 18 0,-6 0-189 15,6 2-827-15,0 4-112 0</inkml:trace>
  <inkml:trace contextRef="#ctx0" brushRef="#br0" timeOffset="-114615.28">8572 17080 202 0,'0'0'776'0,"0"0"-281"0,0 46 38 16,-6-25-280-16,-4 1-17 0,10 3 154 15,-10-1-226-15,1-1-71 0,2-2-10 16,1-6-20-16,-1-2-63 0,4-5-156 16,3-2 34-16,-7-4-71 15,7-2-239-15,0 0 56 0,0-1 130 0,0-9-181 16,0-7 294-16,7-4 133 16,-4-3 107-16,4 0-107 0,-1 6 19 15,1 1-19-15,-4 6 0 0,-3 5 0 16,9 1 94-16,-5 3 79 0,-1 0 51 15,3 2 227-15,-2 2-247 0,2 10 18 16,4 1 71-16,3 5-133 16,-4-3-19-16,1-1 24 0,-3-6-44 15,2-1-42-15,-2-3-48 0,2-2 55 16,1-2-33-16,-3 0-15 0,-1 0 125 16,-3-1 25-16,-3 0-32 15,7-4 33-15,-7-3-51 0,9-4-85 16,-2-2 63-16,-7-6-116 0,0 1-138 15,0-1 126-15,0 3-111 0,0 3-365 16,0 2 139-16,6 2-159 0,-2 2-606 16,2 5-17-16</inkml:trace>
  <inkml:trace contextRef="#ctx0" brushRef="#br0" timeOffset="-114445.49">8827 17091 1054 0,'0'0'619'0,"0"0"-204"0,0 46 93 0,0-31-240 0,0 5-31 0,0 0-39 0,0-4-131 15,0 3-67-15,-3-3 3 0,6 2-22 16,-3-4-10-16,7 0-194 0,-4-3 37 16,-3 2-168-16,3-5-1199 15</inkml:trace>
  <inkml:trace contextRef="#ctx0" brushRef="#br0" timeOffset="-114258.76">8753 17344 1734 0,'0'0'723'0,"0"0"-339"15,0 0 20-15,0 0-162 0,0 0-68 16,32-3-57-16,-9-3 3 0,-4 1-120 15,-3-3 50-15,1 2-63 0,-1-1 13 16,-7-1-306-16,-2 3-11 16,3-1-212-16,-10 3-1238 0</inkml:trace>
  <inkml:trace contextRef="#ctx0" brushRef="#br0" timeOffset="-114041.91">8769 17052 2165 0,'0'0'498'0,"0"0"-350"15,0 0-32-15,49 0 54 0,-30 0 25 16,-3-1-78-16,7 0-107 16,-1 1 25-16,-6-1-70 0,1 0 3 15,-4 1-441-15,-7-1-36 0,0-1-1081 16</inkml:trace>
  <inkml:trace contextRef="#ctx0" brushRef="#br0" timeOffset="-113314.08">5623 16970 952 0,'0'0'342'0,"0"0"-88"0,-22 38 84 15,5-18-130-15,1 2-53 16,7 2-84-16,-8-3-71 0,1 2-55 16,0-1-236-16,10-6 11 0,-4-2-449 0</inkml:trace>
  <inkml:trace contextRef="#ctx0" brushRef="#br0" timeOffset="-111459.66">5345 17651 297 0,'0'0'424'0,"0"0"156"16,0 0-265-16,0 0 36 0,0 0 200 15,0 0-277-15,0 0-24 0,0 0 41 16,0 0-119-16,0 1-49 0,0-2-25 16,-6 1 19-16,6-1-32 0,0-1-73 15,-3 1 76-15,-4 1-88 0,1 0-99 16,3 1 98-16,-10 5-42 16,3 5-104-16,-6 7 146 0,6 5-26 15,-6 4-110-15,6 4 135 16,4 1-13-16,6 1-62 0,0 2 76 0,6 1 1 15,4-1-25-15,0-1 25 16,-1-2 0-16,4-6-22 0,-3 0 6 16,6-8 16-16,0 0-124 0,10-5 69 15,-3-2-98-15,-4-5-455 0,-3 0-44 16,7-6-168-16</inkml:trace>
  <inkml:trace contextRef="#ctx0" brushRef="#br0" timeOffset="-110569.23">5691 17737 1284 0,'0'0'410'0,"0"0"19"0,0 0 153 0,0 0-331 15,0 0-94-15,0 0-77 0,0 0-23 16,-48-7-57-16,31 12-25 16,8 3 25-16,-7 2-26 0,9 1-79 15,-3 1 79-15,1 0-13 0,2 2-57 16,4 0 83-16,3-2-19 0,0 1-67 15,3-2 70-15,4 1 12 0,-4-2-18 16,10 0 35-16,-3-4 19 0,6 4 81 16,0-2 3-16,-6 0-23 15,6 0-45-15,-7 0 1 0,4-3-36 0,-9 1 2 16,2-3 11-16,-6 2-13 16,7-1-44-16,-4-1 41 0,-3-1-81 15,0 2-160-15,0-1 115 0,0-1-39 16,0 2-221-16,0 1 214 0,0-2 9 15,-3 3-156-15,-4-3 319 0,7-1 3 16,-6-1 329-16,6 0-112 16,0 2-19-16,0-3 103 0,0 0-120 15,0 0-10-15,0 0 38 0,6-4-74 16,10 3-36-16,0-4 16 16,0-2-1-16,4-2-44 0,2 0-60 15,-5-2 56-15,-1 1-18 0,-7 1-48 16,-2 2 101-16,-1 2-38 0,-6 2-41 15,4-1 85-15,-4 2-35 0,0-1-44 16,0 0 89-16,0-1-111 0,0 1 38 16,0-1-29-16,0-1-15 15,0 1-90-15,-4-1 71 0,-2 2 19 0,6 1-161 16,-7 1 160-16,4 1-58 16,-3 2-140-16,6 4 198 0,0 7-18 15,0 2 3-15,0 5 16 0,16 0 0 16,-6 0 3-16,6-2-3 0,6-7 0 15,-5-6-9-15,-8 0 8 0,14-4 1 16,-7-1-127-16,3-7 76 16,-3-2-73-16,1-5-279 0,-1 0 133 15,0-5 2-15,0 2-30 0,0-3 161 16,-6-1 40-16,0-1 29 16,-4-1 68-16,1-1 26 0,-7-2 78 15,0-1-52-15,-7 4-23 0,1 5 26 16,2 8-36-16,-2 1 37 0,6 8 338 15,-7 0-116-15,4 1-47 0,-3 0-65 16,-4 3-121-16,0 9-29 0,-3 6-13 16,10 9 61-16,-3 3-16 15,6 0-17-15,0 0 36 0,9-5-67 16,-2 0 3-16,3-2-18 0,-4-4 15 16,10 0-112-16,-6-5 20 0,6-4-46 15,0-6-421-15,0-4-105 0,-6 0-68 16</inkml:trace>
  <inkml:trace contextRef="#ctx0" brushRef="#br0" timeOffset="-110372.07">6218 17651 1548 0,'0'0'789'15,"0"0"-618"-15,0 0-90 0,-17 34 83 16,17-12 16-16,0 6-35 0,0-1-2 15,7-1-34-15,-1 5-36 0,4-2-60 16,0 1 24-16,6-2-37 0,0-3-127 16,0-3 18-16,0-4-92 0,7-2-696 15,-13-9-325-15</inkml:trace>
  <inkml:trace contextRef="#ctx0" brushRef="#br0" timeOffset="-110113.13">6011 17853 2242 0,'0'0'426'0,"0"0"-37"15,0 0-248-15,0 0-52 0,0 0 58 16,0 0 24-16,0 0-54 0,58 11-110 15,-32-11 37-15,6-3-44 0,-3-2-108 16,0 2 45-16,10-2-172 0,-4 1-732 16,-12 0-428-16</inkml:trace>
  <inkml:trace contextRef="#ctx0" brushRef="#br0" timeOffset="-108812.26">5882 17929 225 0,'0'0'580'16,"0"0"-286"-16,0 0 44 0,0 0-149 16,0 0 29-16,0 0 145 0,0 0-217 15,0 0-52-15,0 0-17 0,0 0-12 16,-4 12 22-16,8-12 77 16,-4 0-68-16,6-1 7 0,1-3-7 15,-4 0 0-15,13-4-26 0,-10-2 3 16,11-2 39-16,-8 1-36 0,-2 4-29 15,-4-1 67-15,-3 4-29 0,0 0 3 16,0 1 70-16,0-2-52 0,0 0-96 16,0-2 77-16,-3-1-87 0,-4 1-22 15,4 2-6-15,-3 0 28 0,-1 3-226 16,7 1 182-16,-10-1-113 0,4 2-555 16,6-1 200-16,-3 1-9 15,3 0-1318-15</inkml:trace>
  <inkml:trace contextRef="#ctx0" brushRef="#br0" timeOffset="-107651.62">6505 17889 881 0,'0'0'668'16,"0"0"-531"-16,0 0-50 0,0 0 73 15,0 0-34-15,0 0-16 0,0 0 49 16,0 0-17-16,0 0 4 0,0 0 5 16,6 8-83-16,-6-8-10 0,7 1-20 15,-4-1 10-15,-3 0-3 0,7 0 16 16,-7 0 29-16,6 0-14 0,-3-2-18 16,-3-3 18-16,0 3-66 15,7-1 15-15,-7-3-28 0,0 2 3 16,0-1-191-16,0 0 104 0,0-2 1 15,-7 2-107-15,7 1 145 16,-3-1 22-16,-3 3-12 0,6 0 15 16,-7 1-6-16,7 1 29 0,-10 1 7 15,10 3 38-15,0 5 9 0,0 4 40 16,0 0-24-16,0 6-22 16,7 0-6-16,3 2-42 0,-1-2 2 15,4-3-2-15,0-2 0 0,0-5 0 16,-3-5-13-16,6-1 13 0,-6-3-144 15,2 0-10-15,-2-2-82 0,6-6-499 16,-9 3-50-16,-4-7-40 0</inkml:trace>
  <inkml:trace contextRef="#ctx0" brushRef="#br0" timeOffset="-107397.15">6741 17916 238 0,'0'0'590'0,"0"0"-293"15,0 0 77-15,0 0-273 0,0 0-3 16,0 0 145-16,19 34-110 0,-16-31-35 15,-3 2 28-15,0-5-32 16,0 4 16-16,4-1 177 0,-4 0-5 16,0-1-26-16,0-1 77 0,0 1-87 15,0-2-105-15,0-2-124 0,0 0 61 16,-7-5-78-16,4-5-66 16,-4-3 50-16,1-6-19 0,3-2-260 15,-4-1 146-15,7 1-70 0,10 1-345 16,3 8 213-16,6 3-155 0,4 4-431 15,-1 4 279-15</inkml:trace>
  <inkml:trace contextRef="#ctx0" brushRef="#br0" timeOffset="-106863.47">7342 17821 1911 0,'0'0'831'15,"0"0"-545"-15,0 0-49 0,0 0 37 16,0 0-132-16,0 0-142 0,0 0 10 15,0 0-26-15,0 0 0 0,-42 2-101 16,42 3 117-16,-7 1 0 0,-3 5 22 16,4 4 19-16,6 3-19 0,0 5 10 15,0-2-19-15,6-1-13 0,4-4-70 16,6-7 68-16,-9-6 2 16,2-2-10-16,1-1 10 0,-3 0 32 15,-1-2-26-15,0-5 70 0,4-5-76 16,-7-1-57-16,4 0 19 0,-7 1-53 15,0 1-119-15,0-1 114 16,0 0-54-16,0 3-249 0,0 2 111 16,0 1-55-16,0 5 35 0,0-1 207 15,6 1 45-15,-3-1 23 0,4 1 33 16,3 1 51-16,3 4 209 16,3 8-117-16,3 3 12 0,-3 7 101 15,0 2-165-15,-6-1-69 0,6-1 47 16,-9 1-17-16,2 0-26 0,1-1 12 15,-3 4-22-15,-7-2-16 0,6-1-179 16,-6-5-25-16,0 0-156 0,-6-7-502 16,6-6 282-16,0-1 94 0</inkml:trace>
  <inkml:trace contextRef="#ctx0" brushRef="#br0" timeOffset="-106666.6">7519 18161 40 0,'0'0'437'0,"-16"-38"-85"0,10 9 183 16,-1-1-470-16,-3-3-65 15,4 2-88-15,6 0 19 0,0 5 69 16,6 2 46-16,4 4 81 15,3 1 127-15,-3 6 352 0,6-1-302 16,0 5-82-16,-6 5 6 0,6 2-90 16,-10 2-42-16,-2 0 28 0,2 3 38 15,4 4-51-15,-4 4-74 0,-6 5 64 16,7-1-47-16,-7 3-45 16,-7-2 60-16,7-3-69 0,-6 2 35 15,-4-2-48-15,4-4 13 0,-4-3-192 16,3 1 98-16,4-5-134 0,-3-2-428 15,2 0 156-15,1-1-523 0</inkml:trace>
  <inkml:trace contextRef="#ctx0" brushRef="#br0" timeOffset="-106268.01">7671 17918 548 0,'0'0'674'0,"0"0"-290"0,23 49-65 15,-17-29 31-15,-3 0-246 0,4 0 28 16,-1 1-9-16,-3-3-91 0,4-1 0 15,-7-1-28-15,0-4 18 16,0-4-22-16,0-2-19 0,0-4 6 16,0 0-6-16,-7-1-33 0,7-1 52 15,0 0 0-15,-3 0-130 0,-3-1 104 16,-1-4 26-16,4-6 61 16,-3-9-41-16,-1-5-20 0,-3-7-10 15,10-4-19-15,0 3-36 0,10 3 23 16,3 9 42-16,-3 6 120 0,12 3 118 15,-6 2-67-15,-3 6-20 0,10 1 69 16,-7 3-13-16,0 1-49 0,-6 2 25 16,0 0-1-16,-4 2-84 0,-6 0-70 15,7 1 78-15,-1 1-31 0,-3 7-63 16,-3 1 125-16,0-1-45 16,-3-1-61-16,-3-2 144 0,-4-1-150 15,-3 0 33-15,3-5-15 0,-6 1-43 16,6-3-193-16,-2 1 82 0,-5-3-140 15,8-1-477-15,-1-4 117 16,0-2-717-16</inkml:trace>
  <inkml:trace contextRef="#ctx0" brushRef="#br0" timeOffset="-105848.5">8243 17668 385 0,'0'0'1052'0,"0"0"-619"16,0 0-70-16,0 0 215 16,0 0-260-16,0 0-111 0,0 0-124 15,0 0-67-15,0 0 0 0,3 18 41 16,-3-2 76-16,3 7-38 0,0 3 2 15,-3 1 57-15,7 3-43 0,-4-4-77 16,-3 4 60-16,6-3-94 0,1 3-41 16,-4-1 20-16,4-3-36 0,-1-4-412 15,-3-3 151-15,-3-5-288 0,7-6-1406 16</inkml:trace>
  <inkml:trace contextRef="#ctx0" brushRef="#br0" timeOffset="-105675.27">8433 17871 2189 0,'0'0'510'0,"0"0"-268"0,0 0-127 16,0 0 77-16,0 0 75 16,16 42-184-16,-9-22-83 0,-4-5-147 15,-3-3-41-15,7-3-132 0,-7-5-623 16,0-1-246-16</inkml:trace>
  <inkml:trace contextRef="#ctx0" brushRef="#br0" timeOffset="-105520.99">8433 17822 1917 0,'0'0'252'0,"0"0"-252"0,0 0-39 16,0 0-22-16,39-35-1 0,-29 34-113 15,6 0-1248-15</inkml:trace>
  <inkml:trace contextRef="#ctx0" brushRef="#br0" timeOffset="-105212.93">8737 17825 313 0,'0'0'1046'16,"0"0"-929"-16,-42-7-65 0,32 7 7 16,4 0 91-16,-1 0-27 0,4 0-32 15,3 1-91-15,-6 1-81 16,6-1-78-16,0 2 81 0,0 1 12 16,0 1 5-16,6 4 61 0,4-1 71 15,-1 4 154-15,8 0-60 0,-1-1 4 16,0 4 90-16,-3-4-159 0,-4 1-39 15,1-3 4-15,-10-2 32 16,7-1-4-16,-7-2 42 0,0 3 13 16,0-1-21-16,0 0-21 0,0 1-11 15,0-4-95-15,-7-1-92 0,7 3-42 16,0-2-84-16,-6 0-391 16,2 2-36-16,-2-3-393 0</inkml:trace>
  <inkml:trace contextRef="#ctx0" brushRef="#br0" timeOffset="-104989.48">8892 17704 218 0,'0'0'1407'0,"0"0"-671"16,0 0-442-16,0 0-55 16,0 0 97-16,0 0-116 0,0 0-128 15,0 0-48-15,22 46 32 0,-18-20-76 16,5 3 32-16,-2-1-23 0,-7-6-9 15,10 1-44-15,-4-3 19 16,4 0 25-16,-4-3-327 0,4 1 39 16,-4-4-159-16,-6-5-767 0,7-5-144 15</inkml:trace>
  <inkml:trace contextRef="#ctx0" brushRef="#br0" timeOffset="-104725.64">9034 17942 767 0,'0'0'749'0,"39"-9"-41"16,-23 4-420-16,3-1-59 0,1-3 67 16,-1 3-142-16,-3-3-46 0,0 0-47 15,-6 2 28-15,3 1-42 0,-10 3-37 16,-3 1 88-16,0-1-12 16,7 2 77-16,-7 0 121 0,0 0-39 15,-7-1-149-15,7 0 3 0,-6 1-99 16,-4 1-31-16,0 3 4 0,4 2 27 15,-4 4-131-15,4 3 107 16,-4 4 24-16,10 0-174 0,0 0 172 16,6-2-54-16,4-3-214 0,0-4 8 15,-4-3-241-15,10-3-922 0,-6-1 102 16</inkml:trace>
  <inkml:trace contextRef="#ctx0" brushRef="#br0" timeOffset="-104510.36">9302 17916 1406 0,'0'0'1346'0,"0"0"-1163"0,0 0-35 0,0 0 76 15,0 0-129-15,-16-36-95 0,9 21-214 16,4-2 135-16,-3 2 18 16,6 5 48-16,0 2 13 0,6 1 1 15,4-1 28-15,0 3 163 0,6 3-75 16,-3 2-113-16,0 0 50 0,3 1-45 15,-3 2 23-15,-4-2-64 16,1 1 7-16,-4-2-397 0,-2 0-67 16,-1 0-224-16,0 0-1078 0</inkml:trace>
  <inkml:trace contextRef="#ctx0" brushRef="#br0" timeOffset="-104259.52">8885 17714 212 0,'0'0'2585'0,"0"0"-2107"16,0 0-322-16,0 0-105 0,0 0 15 15,0 0 61-15,33 3-36 0,-7-3-91 16,3 1-73-16,0 0 71 0,3-1-101 15,-3 0-499-15,3 0 51 16,-6-2-548-16</inkml:trace>
  <inkml:trace contextRef="#ctx0" brushRef="#br0" timeOffset="-103850.96">9548 17506 1436 0,'0'0'1136'0,"0"0"-904"16,0 0-75-16,0 0 83 16,0 0-87-16,0 0-153 0,0 0-6 15,0 0 6-15,0 0 60 0,0 0 7 16,45 34 22-16,-23-14-16 0,7 11-26 15,0 3 70-15,-6 3-51 0,-7-3-63 16,-6-4 73-16,0 0-54 0,-7 2 3 16,0 3 35-16,-3-2-60 0,0 0-117 15,-3 2-15-15,-10-3-127 0,6-2-550 16,-2-9-208-16,-1 0-454 0</inkml:trace>
  <inkml:trace contextRef="#ctx0" brushRef="#br0" timeOffset="-102744.02">6127 18317 2062 0,'0'0'618'0,"0"0"-373"0,0 0-21 16,0 0 18-16,0 0-108 0,0 0-134 15,0 0-54-15,0 0 41 0,0 0 1 16,0 0 12-16,13-1 12 0,0-5 17 15,3 3 3-15,7 0 72 16,3 1-44-16,-4 2-38 0,-6 0 48 16,-6 3-70-16,-4-1 34 0,-2 1-2 15,2 0-32-15,-6 3 28 0,7 2-12 16,-7 2-16-16,0 6-212 16,-7-2 104-16,1-2-44 0,2 0-126 15,-2-5 208-15,6-4 38 0,-3 1-74 16,-1-1 104-16,1-1-21 0,3 0-44 15,0 0 41-15,-6 2-22 0,6-1 38 16,0 0 10-16,0 2 180 0,9-4 111 16,4 1-109-16,7 0-67 0,2 3-49 15,-5 2 45-15,8 1-42 0,-8 0-69 16,-1 2 101-16,-7 0-29 16,-2 1-25-16,-1-1 86 0,-2 3-52 15,-4-2-47-15,0 3 103 0,-4-1-44 16,-9 1-59-16,4-2 99 0,-1 0-99 15,-6-1 6-15,0-1 21 16,0-3-61-16,-1-2-188 0,1-2 151 16,0-3-102-16,0-5-364 0,6-4 117 15,1-5-295-15,2 2-1298 0</inkml:trace>
  <inkml:trace contextRef="#ctx0" brushRef="#br0" timeOffset="-102433.39">6570 18334 665 0,'0'0'623'0,"0"0"-272"0,0 0 19 0,0 0 97 15,16 43-248-15,-16-24 0 0,0-3 28 16,0 4 5-16,0-2-37 16,6-2-95-16,-3-1-47 0,4-3-73 15,3-2 9-15,-4-2-11 0,4-5 2 16,6-2 0-16,-3-3 19 0,-4-6 47 15,1-4 69-15,0-2 75 16,3-6-36-16,-10 2-81 0,3 0 89 16,-6-1-63-16,7 1-112 0,-14-5 130 15,7 0-137-15,-9-1-64 0,-4 2 61 16,-3 3-70-16,-4 2-192 16,4 4 253-16,0 7-100 0,10 3-322 15,-4 3 315-15,3 6-26 0,4 8-603 16,-3 5-6-16,-1-1-267 0</inkml:trace>
  <inkml:trace contextRef="#ctx0" brushRef="#br0" timeOffset="-101659.66">6973 18389 1439 0,'0'0'261'0,"0"0"-50"0,0 0 227 16,7 44-225-16,-1-30-10 0,-3 0-23 16,4 0-90-16,3-3-74 0,-10-4 3 15,6-1-16-15,-6-3-3 0,7 0-37 16,-4 0 37-16,-3-1-26 16,6-2-28-16,-6 0 41 0,7 0-13 15,-4 0-35-15,3-3 61 0,1-3 29 16,3-4-26-16,-1-1-6 0,-2-6 3 15,2 2-80-15,-2 1 67 16,-4 7-16-16,-3 3-58 0,6 1 71 16,-6 1 13-16,0 0 3 0,10 0 70 15,-3-1-2-15,-1 1-29 0,-3 2 15 16,7 2-18-16,-4 5-27 16,1-1 23-16,-4 2-32 0,0-2-24 15,1 1 4-15,-4-2-47 0,9 0-288 16,-2-1 61-16,-1 4-82 0,4-2-422 15,0-3 397-15,6-3 33 0</inkml:trace>
  <inkml:trace contextRef="#ctx0" brushRef="#br0" timeOffset="-101532.35">7251 18451 1 0,'0'0'352'0,"0"0"98"0,0 0 355 15,0 0-360-15,0 0-154 0,39-26-10 16,-29 25-152-16,-1 4-29 16,-9 6-39-16,7 9-32 0,-7 0-29 15,0 0-64-15,6-5-94 0,-6-3-90 16,3-7-664-16,-3-1 336 0,7 1-119 0</inkml:trace>
  <inkml:trace contextRef="#ctx0" brushRef="#br0" timeOffset="-101363.15">7487 18412 1470 0,'0'0'400'0,"0"0"148"15,0 0-319-15,0 0-36 0,0 0 112 16,0 0-162-16,16 35-107 0,-13-27-17 15,-3-2-3-15,0-2-16 0,0-1-73 16,0 1 25-16,0 0-70 0,7-1-235 16,-7-2 8-16,0 3-200 0,0-2-1177 15</inkml:trace>
  <inkml:trace contextRef="#ctx0" brushRef="#br0" timeOffset="-101009.95">7422 18310 1030 0,'0'0'443'15,"0"0"-378"-15,0 0 156 0,0 0 7 16,0 0-18-16,0 0 1 16,0 0-176-16,42 30-35 0,-26-17-10 15,7 2 10-15,-7 5-1 0,-3-4-22 16,3 3-9-16,-3-2-59 0,3 0-155 15,-6-4-95-15,0-2 45 0,3-3 58 16,-10-5 228-16,3-2 10 0,-6-1 3 16,7 0-3-16,-4 0 0 0,7-3-38 15,-4-6-95-15,7-3-7 0,0-2-3 16,-7 0 143-16,4 3 46 16,-3 4 257-16,-1 5 32 0,-3 1 17 15,-3 1 280-15,7-1-409 0,2 1-1 16,-2 2 19-16,3 7-138 0,2 7-14 15,-8 4-41-15,5 1 16 16,-2-3-64-16,-1-5-147 0,-2-6-135 16,-4-2-217-16,6-2-1496 0</inkml:trace>
  <inkml:trace contextRef="#ctx0" brushRef="#br0" timeOffset="-75722.64">10478 17025 1205 0,'0'0'365'0,"0"0"-109"0,0 0-9 0,0 0 67 0,0 0-281 15,0 0 18-15,0 0 127 0,0 0 185 16,0 0-244-16,-10-17-90 16,10 19 22-16,0 2-51 0,0 7 0 15,0 9 48-15,6 6 38 0,-2 4 16 16,2 3 34-16,-3 1-41 0</inkml:trace>
  <inkml:trace contextRef="#ctx0" brushRef="#br0" timeOffset="-73305.8">10520 17059 878 0,'0'0'853'0,"0"0"-603"0,0 0-32 0,0 0 40 0,0 0-128 15,0 0-18-15,0 0 49 16,0 0-96-16,0 0-11 0,0 0 52 16,-10 46 38-16,10-28-32 0,0 1-4 15,0 2 6-15,10 1-35 0,-7 4 0 16,0 4 53-16,4 0-44 0,-1 5-53 15,-3-1 76-15,-3 0-93 0,10-1 26 16,-4-3-28-16,1-3-16 0,-4-1-66 16,4-2 38-16,-1-4-1 15,-3-4-207-15,4 0 161 0,-4-10-61 16,-3-1-150-16,3-3 174 0,-3-2-61 16,0 0-239-16,0 0 79 15,0 0-101-15,0-2-103 0,0-3-131 16,-3-7 28-16</inkml:trace>
  <inkml:trace contextRef="#ctx0" brushRef="#br0" timeOffset="-72937.55">10336 17278 760 0,'0'0'485'0,"0"0"-78"16,0 0-59-16,0 0-79 0,0 0 54 16,0 0-159-16,0 0 0 15,-39-3 6-15,36 3-71 0,-1 0-35 16,1 0-25-16,3 1 59 0,0 1-15 16,0 4-13-16,0-3 25 15,0 0-32-15,0 3-53 0,7-2 84 16,-4 3-69-16,3 2-6 0,4-3 47 15,6 4-22-15,10-4-41 0,6 1 95 16,1-4-32-16,9 0-63 0,3-3 100 16,-10 0-81-16,14-4 9 15,-7 1 40-15,0-1-71 0,0-1-27 16,-4 2-8-16,-5-1 35 0,-1 0-240 16,0 0 145-16,-6-5-125 0,-6 5-750 15,-14-3-905-15</inkml:trace>
  <inkml:trace contextRef="#ctx0" brushRef="#br0" timeOffset="-68884.71">19169 16787 1823 0,'0'0'360'0,"0"0"45"0,0 0-206 0,0 0-22 16,0 0 59-16,0 0-105 15,0 0-55-15,0 0-44 0,0 0 41 16,10-21-73-16,-7 16 29 0,4 1-17 15,-4 1-12-15,0 1-49 0,7 1 48 16,-4 1 1-16,1 0 0 0,-1 1 12 16,4 3-8-16,-4 8 21 0,7 8 16 15,-6 9-3-15,-1 4-9 16,-3 6 91-16,1-2-42 0,-4 7-34 16,0 0 72-16,3-2-43 0,-3-4-54 15,3-5 81-15,4-4-100 0,-4-9 47 16,3-2-29-16,1-7-18 0,-1-3-43 15,-3-3 40-15,4-4 3 0,-7 2-69 16,0 0 69-16,10-2 0 16,-7 1-24-16,3-1 24 0,-3 0 0 15,4-1-3-15,-7 0 3 0,3 0 0 16,-3 0 25-16,0 0 47 0,0 0-72 16,0 1-131-16,-3 2 106 0,-4 3-52 15,1 4-58-15,0 4 123 16,2 5 12-16,4 3-101 0,4 2 101 15,2 2 0-15,4 1-30 0,-1 2 30 16,4-2 0-16,-3 5-43 0,6 0 43 16,0 1 0-16,0 1-31 0,4 1 31 15,-1-3 0-15,1-3-3 16,-4 0 3-16,-3-6 0 0,-10-3 15 16,10-2 11-16,-13 0 24 0,3-2-34 15,-3 2 91-15,-6-4-31 0,-4-2-20 16,-6-1 77-16,6-4-46 0,-6-3-84 15,-3-2 100-15,-4-2-103 0,0-2-178 16,1-5 113-16,-1-2-144 16,0-7-374-16,1 0 16 0,6-1-810 15</inkml:trace>
  <inkml:trace contextRef="#ctx0" brushRef="#br0" timeOffset="-68439.88">19663 17328 1918 0,'0'0'551'0,"0"0"-151"0,0 0-268 16,0 0-68-16,0 0 60 0,0 0 20 15,0 0-7-15,46 17 9 0,-20-15-20 16,6 2-35-16,0-3-72 0,0 0 60 16,1-1-79-16,-4 0 28 15,-3 0-28-15,-1 0 0 0,-5 0-134 16,-1 0 62-16,-3 0-109 0,-3 0-319 16,-3 0 127-16,-7 0-121 0,-3 1-924 15,0-1 631-15</inkml:trace>
  <inkml:trace contextRef="#ctx0" brushRef="#br0" timeOffset="-68224.04">19751 17405 2162 0,'0'0'520'16,"0"0"-44"-16,0 0-231 15,0 0-73-15,0 0-58 0,0 0-39 0,0 0-75 16,0 0 2-16,9 36 96 15,11-30-32-15,2 1-63 0,14-3 72 16,-4-3-75-16,-3-1-34 0,0-2 15 16,4-4-59-16,-4-2-489 15,0-3 160-15,0-2-102 0,-10 3-1009 16</inkml:trace>
  <inkml:trace contextRef="#ctx0" brushRef="#br0" timeOffset="-67963.85">20106 17213 1778 0,'0'0'839'0,"0"0"-681"0,0 0-43 16,0 0 20-16,0 0-20 0,16 40-63 16,0-29-43-16,4 3 14 15,2-1-23-15,1 1 16 0,-4-1-10 16,-3-3-6-16,-3 3-60 0,0-1 58 15,-3 1-18-15,0-1-63 0,-4 1 70 16,-3-1-6-16,-3 3-90 0,0-3 96 16,-6 2-39-16,-4-2-132 0,0 1 97 15,-2-2-29-15,-5-2-270 16,1 2-140-16,3-5-115 0</inkml:trace>
  <inkml:trace contextRef="#ctx0" brushRef="#br0" timeOffset="-67685.18">19702 17264 316 0,'0'0'1926'16,"0"0"-1632"-16,0 0 118 0,0 0-127 15,0 0-91-15,0 0 6 0,0 0-83 16,0 0-117-16,0 0-60 0,-13 0 60 16,17 11 16-16,-1 4-3 0,13 11 72 15,0 4-85-15,3 2 22 16,1-1-22-16,2-6 0 0,1-1-190 16,3-2 73-16,0-2-163 0,3-6-841 15,-13-3-413-15</inkml:trace>
  <inkml:trace contextRef="#ctx0" brushRef="#br0" timeOffset="-65868.4">20720 17106 312 0,'0'0'776'0,"0"0"-551"15,0 0-7-15,0 0 298 16,0 0-302-16,0 0-33 0,0 0 52 16,0 0-104-16,0 0-4 0,0 0 29 15,-7-3-55-15,7 5-99 0,0 4-51 16,0 8 51-16,3 11 1 0,4 7 47 15,-4 3 64-15,0 1-39 0,1-6-22 16,2-4 38-16,-3-1-89 16,4-4 0-16,-1-4-19 0,-3-5 9 15,1-7-158-15,-1-1 120 0,-3-4-23 16,3 0-79-16,0 0 73 0,1-4-19 16,2-6 57-16,0-5 39 15,4-9 26-15,-3-2 0 0,-4-1 3 16,0 1-29-16,-3 3-36 0,0-2 34 15,0-2 1-15,0 4-79 0,0 2 76 16,0 6-25-16,0 7-32 0,3 5 48 16,-3 3 0-16,4 0 13 15,-4 4 94-15,6 8 63 0,0 8-32 16,4 7-41-16,-3 1-30 0,2-5-22 16,-2-1 13-16,-1-3-45 0,1-2-19 15,-1 0 19-15,1-5 0 0,-4-5-89 16,0 0 25-16,-3-6-58 0,0 0-173 15,7-1 140-15,-1 0 6 0,-3-3-211 16,7-7 289-16,0-6-10 16,-1-10-245-16,1 0 43 0,0-4 23 15,-1 2-50-15,-2 5 154 0,-1 4-86 16</inkml:trace>
  <inkml:trace contextRef="#ctx0" brushRef="#br0" timeOffset="-65750.48">21014 17122 198 0,'0'0'336'0,"0"0"348"0,16 46-313 0,-13-21-98 0,3 1 45 0,-2 0-143 0,2 1-52 0,-3-2-49 0,4-2-74 16,-4-3-32-16,3-3-272 0,-2-6-196 16,-1-1-226-16</inkml:trace>
  <inkml:trace contextRef="#ctx0" brushRef="#br0" timeOffset="-65349.75">21282 17123 1267 0,'0'0'774'0,"0"0"-544"16,0 0 80-16,0 0-120 0,-10 47-32 16,-3-24 52-16,3 1-91 0,1 0-46 15,-1-1-73-15,0 1 35 16,1-3-35-16,2-2-55 0,1-6 52 15,2-2-42-15,4-6-205 0,-3-1 103 16,3-4-53-16,0 0-314 0,3-9-22 16,4-5 94-16,3-8 207 15,-1-7 202-15,4 3 7 0,-3-2 15 16,0 6 9-16,-4 3-12 0,4 0 9 16,-4 7 5-16,1 2 2 0,-4 7 109 15,-3 3 81-15,3 0 49 0,-3 3 681 16,0 11-422-16,10 5-188 0,-7 5-76 15,3 2-125-15,1 0-47 0,-1-8-64 16,1 3 53-16,-1-3-53 16,4-3-133-16,-4 0 41 0,4-5-128 15,-7-1-559-15,1-7-332 0,-1 4-146 0</inkml:trace>
  <inkml:trace contextRef="#ctx0" brushRef="#br0" timeOffset="-65166.51">21240 17238 3080 0,'0'0'73'0,"0"0"33"0,0 0 132 16,42 3-51-16,-23-3-111 0,0 0-45 16,-2 0-46-16,2-4 15 0,-6-2-275 15,0 2 71-15,-4-5-97 0,-2 5-830 16,-4-1-305-16</inkml:trace>
  <inkml:trace contextRef="#ctx0" brushRef="#br0" timeOffset="-64995.9">21214 16941 2621 0,'0'0'428'0,"0"0"-415"0,0 0 54 15,0 0-67-15,32-22-3 0,-12 13 3 16,2 0 0-16,1 4-132 0,-1 1-99 16,-9 2-584-16</inkml:trace>
  <inkml:trace contextRef="#ctx0" brushRef="#br0" timeOffset="-64566.74">21643 17059 1372 0,'0'0'641'0,"0"0"-369"0,0 0-36 0,0 0-172 15,0 0-9-15,0 0 72 16,0 0 8-16,23 35-42 0,-10-14 19 16,0 3-9-16,0 1-20 0,0-2-13 15,-4-2 25-15,4 1-47 0,-3-4-42 16,3-1 42-16,-3 1-48 0,-4-6 0 15,1-3-1-15,-1-4 1 0,0-4-99 16,-2 2 99-16,-1-2-22 0,0 1-153 16,4-2 137-16,2-6 28 15,1-5 20-15,3-7 22 0,3-10-32 16,-3-7-118-16,-3 1-42 0,-1 1-174 16,-2 7-596-16,-1 8-103 0,-3 5 351 15</inkml:trace>
  <inkml:trace contextRef="#ctx0" brushRef="#br0" timeOffset="-64400.01">22002 17100 670 0,'0'0'671'16,"0"0"-281"-16,16 41-107 0,-16-25-24 15,3 0-146-15,-3 4-51 0,-3-4-26 16,0 5-16-16,-4-1-18 0,1 0 17 16,-1-3 1-16,1-4-20 0,0-3-8 15,-1-2 5-15,4-5-59 0,0-2-90 16,3-1 17-16,-4 0-102 0,1-5-238 15,0-7 192-15,0-7 74 0,3-7-6 16,0-4 88-16,0 7-91 16</inkml:trace>
  <inkml:trace contextRef="#ctx0" brushRef="#br0" timeOffset="-64242.92">22044 17083 420 0,'0'0'391'0,"0"0"36"16,39 18 402-16,-30-6-344 0,1 5-150 15,-4 3-8-15,4 2-171 16,-3 2-54-16,-1 0-57 0,-3 1 24 15,1 2-69-15,-1-3-95 0,0-1 51 16,0-4-109-16,0-1-283 0,4-5 49 16,-7-1-261-16,3-5-945 0</inkml:trace>
  <inkml:trace contextRef="#ctx0" brushRef="#br0" timeOffset="-64025.24">22012 17140 1699 0,'0'0'626'15,"0"0"-435"-15,35-3 79 0,-12 0-16 16,-4-3-11-16,4 3-106 0,-1-3-61 16,-2 3-53-16,-1-2 37 0,0 0-60 15,-2 2-167-15,-4 0 62 16,-4-2-135-16,-2 3-498 0,-4 0 44 15,0 0-314-15</inkml:trace>
  <inkml:trace contextRef="#ctx0" brushRef="#br0" timeOffset="-63885.88">22180 17049 734 0,'0'0'1938'16,"0"0"-1598"-16,0 0-26 0,0 0-44 15,0 0-144-15,0 0-66 0,0 0-38 16,38 5 91-16,-18 0-75 0,-4-3-7 15,-3 2-2-15,0 1-29 0,-4-1-277 16,1 2 8-16,-3-3-149 16,-4 3-411-16,-3-4-351 0</inkml:trace>
  <inkml:trace contextRef="#ctx0" brushRef="#br0" timeOffset="-63715.5">22215 17202 2133 0,'0'0'498'0,"0"0"-161"0,0 0-208 16,39 1-21-16,-23-5-21 16,-3 3-8-16,-3 0-79 0,-1 1-12 0,-2 0-8 15,-4 0-277-15,0 1-593 16,0 4 91-16,-3-3 88 0</inkml:trace>
  <inkml:trace contextRef="#ctx0" brushRef="#br0" timeOffset="-63578.99">22270 17346 460 0,'0'0'678'15,"0"0"-414"-15,42-19-261 0,-32 6 16 16,-1-1-19-16,-2 5-260 0,3-3-901 0</inkml:trace>
  <inkml:trace contextRef="#ctx0" brushRef="#br0" timeOffset="-63455.39">22412 17218 1380 0,'0'0'504'0,"0"32"-289"16,0-21-215-16,0-6-45 0,0 0-394 16,0-3-13-16,0-2-66 0</inkml:trace>
  <inkml:trace contextRef="#ctx0" brushRef="#br0" timeOffset="-63224.07">22406 17226 741 0,'0'0'1036'0,"13"-44"-770"0,-1 23-88 16,1 0 81-16,4 4-75 0,2 1 16 15,-3 5 136-15,0 6-116 0,-6 2-52 16,0 3 6-16,-4 0-7 0,-3 1-57 16,1 3-107-16,-1 5 79 15,0 2-82-15,-3 6-44 0,-6 3 32 16,-1 0-96-16,1 1-223 0,-4-5 227 15,3 4-30-15,1-3-166 0,3 4 217 16,0 0 9-16,3-3-45 0,0-1 97 16,3-3-4-16,3-1-54 15,4-5 57-15,0-2-61 0,-1-4-288 16,4-2-173-16,0-2-5 0,-6-4-324 16</inkml:trace>
  <inkml:trace contextRef="#ctx0" brushRef="#br0" timeOffset="-62989.95">22751 17147 2234 0,'0'0'288'0,"-16"35"-233"16,10-15-55-16,-1-2 29 15,1 3-29-15,2-1-66 0,4-3-2 0,0 2-25 16,7-5-14-16,-1 3 52 15,4-6-46-15,0 1-155 0,3-6 149 16,0 0-49-16,0-5-349 0,3-1 147 16,-3-2 84-16,-4-3-176 0</inkml:trace>
  <inkml:trace contextRef="#ctx0" brushRef="#br0" timeOffset="-62837.69">22754 17203 402 0,'0'0'1838'0,"0"0"-1496"15,0 0-193-15,46 5-91 0,-30-10-30 16,-3-2-28-16,-4-1 0 0,-2-1-6 16,-4 1-1078-16,0 0-643 0</inkml:trace>
  <inkml:trace contextRef="#ctx0" brushRef="#br0" timeOffset="-62695.44">22774 17059 2372 0,'0'0'326'16,"0"0"-258"-16,39-23-26 0,-20 15-13 16,-3 3 6-16,7-2-35 0,-4 3-68 15,1-2-174-15,-8 3-746 0</inkml:trace>
  <inkml:trace contextRef="#ctx0" brushRef="#br0" timeOffset="-61709.37">20833 17673 1757 0,'0'0'250'0,"38"26"168"0,-18-6 21 0,-7-3-272 0,3 2-20 16,-6 5 12-16,3 2-50 0,-4 2-75 15,-2-2-18-15,-1 0 10 0,-3-3-26 16,1-3-142-16,-1-6 91 0,-3-4-35 16,0-4-81-16,0-4 123 0,0 0-24 15,0-1-99-15,0 0 83 16,0-1-41-16,-3-6-76 0,-1-6 56 15,1-9 73-15,-3-6 4 0,2-4 39 16,1-3 10-16,3-1-9 0,0 2 28 16,3 4 0-16,10 2-6 0,0 10 5 15,0 5 1-15,3 2 69 16,0 3-1-16,-3 5 91 0,0 2 213 16,-3 0-211-16,0 3-75 0,-4 3-34 15,-3 4 25-15,1 1-13 0,-4 4-52 16,0 1-12-16,-7 3-35 0,1-5-218 15,-4 4 121-15,0-1 3 0,-3 1-42 16,4-3 90-16,-1 1-3 16,4-5-108-16,2-4 40 0,4 0 117 15,0-4 35-15,0 1 36 0,4 0 39 16,8 1 158-16,5 4-94 0,2-1-64 16,4 0-1-16,-1 0 16 0,1 3-3 15,-4 0 70-15,-3 0-70 16,1 3-13-16,-1 0-17 0,-3 0 7 15,-4 1-28-15,1-1-30 0,-4 1 42 16,-2-4-23-16,-4-1-18 0,0-2 57 16,-7 2-10-16,1 1-45 15,-7-1 37-15,0-2-46 0,0-5-108 16,-3-1 85-16,-4-2-92 0,4 0-260 16,-3-1 159-16,0-3-214 0,2-1-1054 15</inkml:trace>
  <inkml:trace contextRef="#ctx0" brushRef="#br0" timeOffset="-61372.34">20826 18285 2478 0,'0'0'1165'0,"0"0"-976"0,0 0-38 16,0 0-151-16,0 0-37 0,0 0-45 15,20 40 82-15,9-33 22 0,6 1-3 16,7-4 47-16,3 1-44 0,7-1 9 15,3-1 1-15,-3 0-32 0,6 0-13 16,-3-2 12-16,0-1 1 16,-4 0-179-16,-2-2 81 0,-4-4-187 15,-13 1-1168-15,1-7-508 0</inkml:trace>
  <inkml:trace contextRef="#ctx0" brushRef="#br0" timeOffset="-61023.34">20923 18422 844 0,'0'0'571'15,"0"0"-155"-15,0 0-131 16,39 29 191-16,-17-21-106 0,8 1-75 16,5 1-19-16,7-2-102 0,3-3-76 15,-3-1-82-15,7-3 50 0,-1-1-66 16,1-5-217-16,-4-4-168 15,-10 3-704-15</inkml:trace>
  <inkml:trace contextRef="#ctx0" brushRef="#br0" timeOffset="-34166.4">14157 17693 90 0,'0'0'33'0,"0"0"35"0,0 0 50 16,0 0-73-16,0 0-2 0,0 0 45 15,0 0-26-15,0 0 0 0,0 0 459 16,6-13-241-16,-6 9-59 16,6 2 46-16,-6 1-134 0,0-2 19 15,0 2 153-15,0-3-115 0,0 2-16 16,0 1 60-16,-6 1-84 0,6-1-67 16,0 0-41-16,-6 1 28 15,-4 0-70-15,3 3-26 0,-6 5 26 16,-3 5 0-16,0 4-58 0,3 1 56 15,0 0-9-15,0 1-43 0,4 2 54 16,-1 7 0-16,-3 1-32 16,10 5 13-16,-4 4 19 0,4 2-29 15,0 2 29-15,3-2 0 0,3-3 0 16,7-3 22-16,0-6-22 0,-1-4-6 16,7-3-7-16,1-5 13 0,8-2-25 15,1-7 23-15,-3 1 2 16,9-6-226-16,0 1 24 0,-6-3-118 0,3 0-458 15,-9 0 286-15,2-2-159 0</inkml:trace>
  <inkml:trace contextRef="#ctx0" brushRef="#br0" timeOffset="-32726.33">14631 17776 158 0,'0'0'117'15,"0"0"-78"-15,0 0 173 0,0 0 59 16,0 0-4-16,0 0 189 0,0 0-183 15,0 0-7-15,13-33 200 0,-13 28-176 16,0 0-36-16,0 2 37 16,0-1-91-16,-3-1-36 0,0 3-63 15,-4-1 28-15,1 0-123 0,-4-1 51 16,-3 3-42-16,-3 1-15 0,-6 7-103 16,-1 3 81-16,4 0 22 0,2 2-154 15,4-3 153-15,1 2-40 16,-1 3-81-16,3-2 120 0,3-1-15 0,1-3-97 15,-4 0 114-15,10-3-35 0,0-1-105 16,0 1 111-16,7 3-19 16,2 0-76-16,8 1 123 0,5 0-3 15,1-2-31-15,-1-3 35 0,1 2 0 16,0-1-51-16,-1 3 51 0,1-1 0 16,-7 0-7-16,0 2 7 15,0 1 16-15,-9-2-6 0,2 0 48 16,-2 2-20-16,-7-3-3 0,0-1 42 15,0 2-16-15,0-2-1 0,0 3 33 16,-10 1-30-16,-3 1-53 16,-3 1 53-16,-3-3-63 0,-4-3-140 15,-3-2 10-15,7 0-97 0,-4-3-378 16,1-1 31-16,6 0-115 0</inkml:trace>
  <inkml:trace contextRef="#ctx0" brushRef="#br0" timeOffset="-32470.31">14912 17827 688 0,'0'0'704'0,"0"0"-532"0,0 0 212 16,39 6 8-16,-32 5-201 15,-4 4 34-15,3 4 39 0,-6 4-149 16,0 0-29-16,-6 0-6 0,3 4 9 15,-4-1-66-15,4-2-4 0,0 1-7 16,-7-4-12-16,10-1-124 16,-3-2 22-16,-1-3-115 0,1-6-273 15,3-3 125-15,-6-3-259 0,6-2-813 16</inkml:trace>
  <inkml:trace contextRef="#ctx0" brushRef="#br0" timeOffset="-31882.04">14809 17845 1467 0,'0'0'234'0,"0"0"-150"16,0 0 189-16,45-24-134 0,-32 20-25 16,3-2 9-16,0 2-81 15,4-1-33-15,-4 2-8 0,10 2-2 16,-4 1-1-16,-2 0-46 0,2 2-1 15,-5 4-6-15,8-2-61 0,-5 1 67 16,-4 0-3-16,0 0-55 16,-3-1 23-16,-7 0-4 0,-2-3 30 15,-1 3 58-15,-3-1 18 0,0 0 349 16,3 5-189-16,-3 4-78 0,-3 2-9 16,0 6-27-16,-1-2 4 0,-2 3 65 15,6 0-8-15,0-4-28 0,0 0 5 16,10-6 13-16,-7 0-38 0,7-3-48 15,-1-3 37-15,4-2-18 0,3-1-7 16,4-2 73-16,-1-6-38 16,4 0-69-16,-7-6 68 0,10 1-71 15,-7-5 27-15,-6 4 16 0,3-4-12 16,-3 0-22-16,-3 3 77 0,-7-1-20 16,0 0-32-16,0-2 112 15,-3 3-60-15,-6-1-72 0,-4 0 82 16,1-3-100-16,-4 3 28 0,-3 0-28 15,3 4 0-15,3 3-35 0,3 4 35 16,1 2 0-16,6 1 13 16,0 0-13-16,0 0 0 0,-3 0-72 15,0 0 48-15,-1 3 24 0,-2 5-87 16,6 3 87-16,-7 6 0 0,4 4-31 16,3 7 31-16,-6 1 0 0,6 2 12 15,6-4-12-15,-6-4 0 0,7-2 28 16,-4-6-28-16,7-1 0 0,-4-4-93 15,7-2 71-15,0 1 0 16,0-6-182-16,3 1 94 0,3-4-134 16,-3 0-528-16,-3-4 15 0,4-3-644 15</inkml:trace>
  <inkml:trace contextRef="#ctx0" brushRef="#br0" timeOffset="-31370.92">15523 17982 267 0,'0'0'763'0,"0"0"-437"0,0 0 155 0,0 0-202 0,0 0-29 16,0 0 57-16,0 0-175 0,0 0-68 15,0 0-29-15,0 0 26 0,19 17-9 16,-19-30 34-16,0-7 23 0,7-6-10 16,-4-5 34-16,3-1-12 15,1 1-105-15,2 5 19 0,1 4-35 16,3 7 19-16,-3 4 12 0,-1 4 114 15,8 6-44-15,-8 1-76 0,4 6 92 16,-3 3-32-16,-4 5 11 16,1 0 87-16,-7 1-111 0,0 4-48 15,0-1 47-15,-7 3-71 0,1 1-128 16,-4 0 127-16,1 0-63 0,-4 2-188 16,9-1 233-16,-9 0-28 0,10-2-148 15,0-2 182-15,3-4-28 0,0-4-50 16,3-2 72-16,7-1 9 0,0-5-215 15,6-1 73-15,0-2 37 16,0-3-100-16,0-6 32 0,0-3-310 16,-6 0-1550-16</inkml:trace>
  <inkml:trace contextRef="#ctx0" brushRef="#br0" timeOffset="-31060.73">15846 17807 2241 0,'0'0'252'16,"0"0"-52"-16,0 0 125 16,0 0-95-16,0 0-10 0,0 0-27 15,0 0-111-15,0 0-82 0,-36-9-63 16,30 18 50-16,-1 1 10 0,4 2-70 16,3 3 61-16,0 2 12 0,10 0-32 15,-1-1 32-15,8-3 22 0,-1-4 10 16,0 0 82-16,0-1-7 0,-3 0-6 15,3-2 18-15,-3 3-96 0,-6-3 11 16,2 2 0-16,-2 1-34 16,-4 2-34-16,0 0 3 0,-3 0 11 15,-6 1-256-15,-1-1 200 0,-9 3-60 16,10-3-222-16,-7 1 147 0,0 0-27 16,0-2-386-16,0-2 85 15,3-5-57-15</inkml:trace>
  <inkml:trace contextRef="#ctx0" brushRef="#br0" timeOffset="-30825.49">16140 17875 262 0,'0'0'769'0,"0"0"181"15,0 0-532-15,0 0-21 0,0 0 157 16,26 46-256-16,-26-25-124 0,0 1-8 15,-4-4-8-15,1 3-118 16,-7-1-5-16,10-4-1 0,-3 2-34 16,3-4-173-16,0 0 119 0,0-3-112 15,-3-3-401-15,3-2 157 0,0-4-38 16,0-2-467-16,0 0 234 0,0-2-147 16</inkml:trace>
  <inkml:trace contextRef="#ctx0" brushRef="#br0" timeOffset="-30646.45">15994 17786 2486 0,'0'0'191'0,"0"0"9"0,0 0 88 16,0 0-39-16,0 0 33 0,0 0-77 16,46-17-96-16,-27 15-109 0,7 2 35 15,0 0-35-15,-4 3 0 0,4 1-139 16,0-2 101-16,0 3-69 0,-4-1-283 15,1-1 129-15,3-1-218 16,-7 0-549-16,-6-2 432 0,3-2-121 0</inkml:trace>
  <inkml:trace contextRef="#ctx0" brushRef="#br0" timeOffset="-30370.05">16385 17648 2096 0,'0'0'408'0,"0"0"-47"16,0 0-137-16,0 0-32 0,0 0 40 16,0 0-96-16,0 0-12 0,0 0 11 15,23 48 63-15,-1-22-20 0,1 5-20 16,0 6 12-16,-1 6-53 0,-9-2-46 15,3 3 100-15,-6 4-171 0,-4-3 65 16,-6 1-102-16,0-3 37 16,0-1-334-16,-6-1 185 0,-4 1-189 15,1-8-824-15,-1-9-421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6-03-09T12:19:28.996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17467 5983 368 0,'0'0'216'16,"0"0"442"-16,0 0-267 0,0 0-203 15,0 0-3-15,0 0 100 0,0 0-178 16,0 0 0-16,0 0 25 0,-3-9-26 16,3 9-51-16,-3 0-33 15,-4 0-22-15,7 0-23 0,-9 6-28 16,-1 2 48-16,-3 2-16 0,-3 4 3 16,3 1 16-16,0 1 13 0,-3 1 3 15,0 1 26-15,6 2-4 0,-3 2 24 16,-3 3-11-16,6 3-6 0,-3 1 6 15,7 4 10-15,-1-1-6 0,4 2 12 16,0-1 6-16,3-2-47 0,0-5-4 16,6 0-16-16,4-7-6 15,6-3-35-15,7-2 35 0,3-4 0 16,3-5-5-16,0-1 5 0,10-4 6 16,-4 0 10-16,-3-4-32 0,1-1-102 15,-1-1-376-15,-6-2 28 16,-10 3-274-16</inkml:trace>
  <inkml:trace contextRef="#ctx0" brushRef="#br0" timeOffset="697.73">17768 6050 277 0,'0'0'235'0,"0"0"-75"0,0 0 94 15,0 0-26-15,0 0 0 0,9 36 143 16,-2-16-167-16,-4-2-9 0,3 3 35 16,-2 1-117-16,-1-2-13 0,-3 2 13 15,3 1-58-15,0-2-36 0,1-3-3 16,-1 0-3-16,0-2-13 0,-3-1-42 15,0-4 29-15,0-4-35 0,6-1-129 16,-6-3 64-16,4 0-20 16,-4-1-123-16,3-1 48 0,-3-1-13 15,3-1-91-15,-3-6 90 0,0-4-94 16,-3 3-434-16</inkml:trace>
  <inkml:trace contextRef="#ctx0" brushRef="#br0" timeOffset="1014.5">17771 6060 40 0,'0'0'330'0,"0"0"-118"0,0 0 136 16,0 0-198-16,0 0-13 0,19-33 68 16,-9 27-88-16,6 0 7 0,0 1 103 15,0 2-123-15,0 3 6 0,1 0 78 16,-1 2-110-16,0 2-23 0,-6 3 19 15,6 2-32-15,-3 2-38 0,-7 0 9 16,1 0 6-16,-4 0 7 0,0-1-4 16,-3-1 24-16,0 0-1 15,0-3 13-15,-3-1 28 0,0 1 8 16,-7 1 53-16,-6 4-19 0,-4 0-55 16,-5-1-73-16,2 0 10 0,0-4-10 15,-3 0-153-15,1-2 73 16,2-1-42-16,4-2-181 0,-1-1 81 15,4 0-125-15,6-1-485 0,7-1 147 16</inkml:trace>
  <inkml:trace contextRef="#ctx0" brushRef="#br0" timeOffset="1387.07">18103 6068 404 0,'0'0'571'0,"0"0"-418"0,0 0 3 16,0 0 163-16,0 0-146 0,0 0 12 16,0 0 29-16,0 0-130 0,0 0-19 15,0 0 9-15,17 45-22 16,-17-29-13-16,0 0 48 0,0 0-13 15,-4-2-16-15,1 2-3 0,3-1-10 16,-3 3-13-16,3-2-6 0,0 2-10 16,0-3-16-16,6 1-13 15,-2-2 13-15,2-1 0 0,1-3-29 16,2-3 29-16,1-1-19 0,0 0-23 16,3-2 42-16,-1-3 0 0,-2-1-33 15,0 0 32-15,-1-1-28 0,-2-2-110 16,-4 1 16-16,-3-3-45 0,10 1-416 15,-7 1 5-15,0-5-28 0</inkml:trace>
  <inkml:trace contextRef="#ctx0" brushRef="#br0" timeOffset="1570.31">18126 6210 947 0,'0'0'185'15,"0"0"-6"-15,0 0 98 0,45 3-170 16,-32-3-35-16,0 0-54 0,-3 0-18 16,-1-1-26-16,-2-2-488 15,-4 2-297-15</inkml:trace>
  <inkml:trace contextRef="#ctx0" brushRef="#br0" timeOffset="1745.67">18136 6052 699 0,'0'0'915'0,"0"0"-645"0,45-23-43 16,-32 16 97-16,0 2-195 0,3 2-100 15,0 0-29-15,0 1-68 16,4 0-184-16,-7 1-1045 0</inkml:trace>
  <inkml:trace contextRef="#ctx0" brushRef="#br0" timeOffset="2537.28">18391 6024 514 0,'0'0'267'0,"0"0"-29"0,0 0 235 16,13 38-204-16,-10-15-2 0,7 5 70 15,-7 3-214-15,0 0-27 0,-3 0-5 16,0-1-46-16,0-2-45 0,7-4-36 15,-4-8-41-15,-3-3-39 0,3-7-82 16,-3-3 137-16,0-1 61 0,0-1 10 16,0-1 93-16,0 0 62 15,0-3 164-15,0-8-242 0,0-10-87 16,0-2-16-16,0-4 3 0,0-1 0 16,0 2-35-16,3-2-36 0,7 0-19 15,6 0 77-15,0 1 26 16,4 4 81-16,-1 4 160 0,0 3 18 15,-2 6-16-15,-1 3-6 0,-7 5-98 16,4 2-63-16,-6 0-61 16,-4 1 92-16,4 2-107 0,-1 3 60 15,-3 4-50-15,4 6-10 0,-7 2-117 16,0 1 101-16,-7 1-59 0,4-3-171 16,-10 1 176-16,7-2-41 0,-4 0-163 15,0-4 162-15,-3-3-48 0,7-1-69 16,-4-4 158-16,4-1 36 0,2 0-88 15,1 0-32-15,-3 0-43 0,6 2-58 16,-3-3 204-16,3 1 52 0,3 0 28 16,-3-1 235-16,9 1-30 15,-5 0 77-15,2 1-136 0,4 2-23 16,-4 0-6-16,1 3-59 0,-1-2-73 16,4 2 19-16,-4-2-29 0,4 1-3 15,0 0-26-15,-4 0-25 16,10-2-67-16,1-3-233 0,-5-3 148 15,1-1-49-15,-3-6-544 0,0 2 157 16,-1-3-55-16</inkml:trace>
  <inkml:trace contextRef="#ctx0" brushRef="#br0" timeOffset="2894.33">18892 5987 993 0,'0'0'199'0,"0"0"48"0,0 0 176 16,0 0-254-16,-42-1-101 0,25 9-68 16,1 5-16-16,0 1-4 15,6 4-4-15,-3 0-6 0,7 3 8 16,-4 1-3-16,7-3-4 0,0 1 9 16,3-2 6-16,6 0-9 0,4-2 10 15,3-3-19-15,3-1 14 16,0-2 18-16,4-1 29 0,2-2 62 15,1 0 29-15,-4 2 68 0,1-3-69 16,-4 1-31-16,0-1 73 16,-3 1-51-16,-7-2 22 0,4-1-17 15,-7 0-50-15,0-1-43 0,-3 0-6 16,0 2 10-16,0 2 25 0,-6-1 29 16,-7 2 12-16,-3 1-50 0,-3-2-39 15,-1-2 45-15,1 0-48 0,3-3-131 16,-4 1 61-16,1-3-65 0,6-4-295 15,0-2 32-15,7-5-235 0,-1 3-979 16</inkml:trace>
  <inkml:trace contextRef="#ctx0" brushRef="#br0" timeOffset="3246.21">19134 6112 320 0,'0'0'459'0,"0"0"141"0,0 0-333 16,0 0 18-16,0 0 14 0,0 0-118 16,0 0 29-16,-23 49 160 15,17-29-143-15,2 2-20 0,1 0 31 16,3-5-71-16,0-1-66 0,7-2-88 16,-7-3 81-16,9-5-94 0,-2-1 48 15,-1 0-42-15,4-1-6 0,6-4 19 16,0 0-4-16,0-6-15 0,1-3 38 15,-8-3 18-15,1-2 9 0,-4-2-62 16,1-4 127-16,-7 0-130 0,0-2-9 16,-3 0-19-16,-4-2 22 15,-6-1-249-15,-3 1 154 0,3 2-78 16,-3 4-245-16,6 6 255 0,4 3 3 16,6 6-14-16,-3 2 135 0,3 1-39 15,0 0-442-15,3 0-127 16,3 2 136-16,4 1-243 0</inkml:trace>
  <inkml:trace contextRef="#ctx0" brushRef="#br0" timeOffset="3451.56">19302 6075 235 0,'0'0'554'0,"0"0"-163"0,26 37 195 16,-23-19-352-16,-3-1-101 0,0 1 54 15,0 0-83-15,-3 0-30 0,-7-2 9 16,10 0-31-16,-3-3-20 0,-1-3-29 15,1-4 8-15,-3-2-11 0,6-1-103 16,0 0 22-16,-3 0-26 0,3-3-77 16,-4-3 64-16,1-7-211 15,0-6-268-15,0-4 306 0,-1-1 12 16,4 0-217-16</inkml:trace>
  <inkml:trace contextRef="#ctx0" brushRef="#br0" timeOffset="3650.39">19328 6111 382 0,'0'0'319'16,"0"0"56"-16,42 4 299 0,-26 5-324 15,0 3-97-15,0 1 44 0,0 1-139 16,0-2-23-16,0 3 32 16,1-4-40-16,-1 0-25 0,0-2-22 15,3-1 38-15,-3-4-27 0,1-1-18 16,-1-2 69-16,-7-1-51 0,1-1-72 16,-7 0 75-16,7-2-94 0,-10 1 39 15,3-3 39-15,-3-5-78 0,0-4-16 16,0-4-50-16,-6-1-98 0,-1-1-255 15,1-1 116-15,-1 0-162 0,1 1-985 16,3 6 169-16</inkml:trace>
  <inkml:trace contextRef="#ctx0" brushRef="#br0" timeOffset="4068.91">19638 6050 818 0,'0'0'463'15,"0"0"148"-15,0 54-270 16,0-29-50-16,0-2 77 0,-4 0-160 15,4-2-74-15,0-1-38 0,4-1-23 16,-4-3-73-16,3-3 13 16,0-3-15-16,0-3 2 0,1-5-124 15,-4-1 122-15,3 1-1 0,0-2-25 16,0-3 15-16,0-5 13 0,4-7-102 16,-4-5 60-16,0-2-29 0,-3 0-157 15,0-2 116-15,0-1-72 0,4 0-195 16,2 1 110-16,4 4 162 0,6 2-105 15,0 6 212-15,0 4 10 0,0 3 321 16,1 3 107-16,-1 2-115 0,-7 6 54 16,11 2-173-16,-7 2-57 15,0 4 18-15,0 0-60 0,-7 5-51 16,0 0-54-16,1 3 91 0,-4 1-25 16,-3-1-53-16,0-2 94 0,0 1-38 15,-6-3-60-15,2 0 89 16,-5-2-58-16,-4-3-27 0,3-2 80 15,-6 0-93-15,0-2 47 0,3-1-53 16,-3 0 6-16,0-6-304 16,-1-2 176-16,5 0-61 0,2-6-352 15,3-5 40-15,1 2-580 0</inkml:trace>
  <inkml:trace contextRef="#ctx0" brushRef="#br0" timeOffset="4480.75">20009 6282 1461 0,'0'0'345'0,"0"0"-98"16,0 0 132-16,0 0-144 0,0 0 23 16,0 0 11-16,0 0-113 0,0 0-32 15,0 0 50-15,-3 18 0 16,3-26-117-16,0-10-35 0,-7 0 25 15,7-5-47-15,0 0-60 0,0-1 32 16,0 2-4-16,7 0-205 16,-1 0 190-16,1 6-7 0,2 0-19 15,4 5 73-15,-3 3 0 0,0 2 29 16,-1 4 18-16,1 2-47 0,-3 0 0 16,-4 2 0-16,3 7 0 0,1 2 2 15,2 7 36-15,1 3 0 0,-3 2-34 16,-1 1 119-16,-3-1-28 0,1-1-42 15,-1 0 41-15,0 0-65 16,-3 1-1-16,3-4 29 0,0 2-57 0,-3-3 28 16,4 1-28-16,-4-3 0 15,3-2-48-15,-3-2 20 0,0-2 28 16,0-3-217-16,0-4 129 0,-3-1-54 16,3-2-186-16,-7 0 130 0,-2-4-272 15,-1-2-1205-15</inkml:trace>
  <inkml:trace contextRef="#ctx0" brushRef="#br0" timeOffset="4652.59">20051 6260 1225 0,'0'0'540'16,"0"0"-222"-16,0 0-62 0,0 0 35 16,45 0-198-16,-22 0-16 0,-4 0-54 15,7-4-4-15,-3 0-19 0,-1-2-61 16,7 1 19-16,-3-1-32 0,0-1-213 15,0 0-73-15,-3-4-166 0,-1 2-207 16,-6 1 410-16,0-1-42 0</inkml:trace>
  <inkml:trace contextRef="#ctx0" brushRef="#br0" timeOffset="4855.02">20461 6124 643 0,'0'0'870'0,"0"0"-574"0,0 0-121 15,0 0-55-15,0 0 68 16,0 0 58-16,-19 47 153 0,16-25-197 15,-1 0-64-15,1 2-20 0,3-3-13 16,0 0-71-16,0-4-5 0,0 0-22 16,3-3-7-16,-3-3-165 15,4-2 79-15,-4-4-64 0,3-2-248 16,-3 0 134-16,3-3-99 0,-3 0-423 16,0 0 268-16,0-10-281 0</inkml:trace>
  <inkml:trace contextRef="#ctx0" brushRef="#br0" timeOffset="5037.78">20316 6067 1482 0,'0'0'617'15,"0"0"20"-15,0 0-364 0,0 0-58 16,0 0 58-16,0 0-76 0,0 0-77 16,39-15-80-16,-20 15 48 15,7 0-88-15,3 2 22 0,-3-2-22 16,3 1 0-16,0-1-101 0,0 0 60 15,3 0-193-15,-3 0-471 0,-6-3-2 16,3 0-656-16</inkml:trace>
  <inkml:trace contextRef="#ctx0" brushRef="#br0" timeOffset="5627.42">20817 6331 415 0,'0'0'554'0,"0"0"-205"0,0 0 9 0,0 0-153 0,0 0 44 0,0 0 88 16,-30-34-198-16,27 15-7 15,-3-1 28-15,3-6-90 0,-1 1-70 16,4-2-44-16,0-1 18 0,4 0-45 16,5 2-132-16,4 3 155 15,3 6 19-15,4 2 29 0,-4 3 145 16,0 5 45-16,3 0 25 0,-2 5-110 15,-1 2-34-15,0 1-27 0,-3 5 39 16,0 3-19-16,-4 3-52 16,1 3 71-16,-4 2-71 0,1 4 20 15,-4 2 0-15,0 0-32 0,-3 2-22 16,0-2-1-16,0-3 23 0,-3 5-122 16,-7-5 121-16,7 0-30 0,-3-2-135 15,-1-3 109-15,1-3-49 0,-1-4-218 16,4-4 76-16,-3-1-131 0,-1-1-886 15</inkml:trace>
  <inkml:trace contextRef="#ctx0" brushRef="#br0" timeOffset="5819.15">20820 6153 2028 0,'0'0'337'15,"0"0"-53"-15,42 20-20 0,-29-14-168 16,3 0-77-16,0 0-19 16,3-1-25-16,1 0-171 0,-1-2-609 15,-6-3-615-15</inkml:trace>
  <inkml:trace contextRef="#ctx0" brushRef="#br0" timeOffset="6751.08">21682 6440 915 0,'0'0'264'0,"0"0"-39"0,0 0 15 0,0 0-123 0,0 0-35 0,-19-34-1 0,12 16-49 0,4-3-2 0,0 3 64 15,3-4-92-15,-3-2-1 0,3 2 30 16,-4-6-31-16,4 2-39 0,0 1-172 16,4 2 65-16,2 5 49 15,4 1 90-15,-1 7-22 0,1 1 29 16,0 4 370-16,-4 3-130 0,7 1-55 16,-6 2 54-16,2 4-113 15,1 6-14-15,-3 1 78 0,2 5-75 16,-2 1-58-16,2 5-38 0,-5-1 45 15,5-1-41-15,-5-2-14 0,-1-3 29 16,3-6-38-16,-6-2 2 16,3-4 5-16,-3-2-7 0,0 1-7 15,4-2 7-15,-4 1 0 0,0-2 4 16,0 0 31-16,0-3-35 0,3-3-67 16,-3-5 32-16,3-9-112 0,4 0-200 15,-4-4 151-15,3 2-72 0,4 1-374 16,3 3 232-16,3 2 61 0,-3 4 85 15,3 3 248-15,-6 2 16 0,-1 6 199 16,1 1 32-16,0 2 0 0,0 6 117 16,-1 5-146-16,-2 1 15 15,2 2 10-15,-2 0-188 0,-4 0-26 16,4 2 12-16,-4-2-25 0,0 1-4 16,0-4-229-16,-3 2 55 15,3-4-11-15,-3-4-58 0,0-1 120 16,0-1 40-16,0-2-70 0,-3 0-273 15,0-2-300-15</inkml:trace>
  <inkml:trace contextRef="#ctx0" brushRef="#br0" timeOffset="7392.78">22170 6377 802 0,'0'0'996'0,"0"0"-668"0,0 0-75 15,0 0 131-15,0 0-156 0,-10-39-68 16,7 22-35-16,3-1-36 0,0-3-48 16,0 1-38-16,6-1 52 0,1 0-55 15,3 2-55-15,2-2 43 16,1 5-7-16,4 2-80 0,-5 3 99 15,-2 2 13-15,3 3-4 0,-6 4 74 16,-1 2-80-16,0 1 29 0,1 1-7 16,3 7 23-16,-1 4-29 15,-2 7 51-15,-1-1-70 0,-3 4 22 16,-3 0 16-16,0 0-38 0,-3-1 25 16,3 0-2-16,-6-1-23 0,3-3-42 15,-1 1 30-15,-2-3-42 0,-1-4-210 16,1-2 162-16,-1-4-58 0,4-1-255 15,-3-2 44-15,-4-2-285 0,4-1-957 16</inkml:trace>
  <inkml:trace contextRef="#ctx0" brushRef="#br0" timeOffset="7578.05">22205 6226 245 0,'0'0'769'16,"0"0"-404"-16,0 0 161 0,0 0-298 15,36-16-47-15,-30 13-6 0,1 1-133 16,-1 0-39-16,4 0-3 16,0 2-23-16,-4-3-80 0,1 1-328 0,-1-2-34 15,1 2-196-15</inkml:trace>
  <inkml:trace contextRef="#ctx0" brushRef="#br0" timeOffset="7885.87">22264 5992 1040 0,'0'0'609'0,"0"0"-294"15,0 0-114-15,35-6 145 0,-25 2-146 16,-1-2-26-16,8-4 31 0,-4 0-93 15,-4-3-48-15,1 3-6 0,-7 0 37 16,0 1-31-16,-3-2-33 0,0 1 68 16,0 1-23-16,-6 0-29 15,-1 1 44-15,-2 0-59 0,-4 4-4 16,0-1 19-16,0 5-47 0,3 0-66 16,-3 5 38-16,4 2 25 0,-1 3-168 15,0 2 156-15,4 0-58 0,6 3-210 16,0 1 104-16,3-1-129 0,7-1-572 15,-4-5-233-15</inkml:trace>
  <inkml:trace contextRef="#ctx0" brushRef="#br0" timeOffset="12570.75">23103 6115 502 0,'0'0'799'0,"0"0"-237"0,0 0-240 15,0 0-199-15,0 0 0 0,0 0 54 16,-13 32-96-16,10-18-20 0,3 3 6 15,0 2-21-15,0 0-1 0,3 0-26 16,1-5 13-16,2 0-32 16,-3-5 19-16,4 0-16 0,-4-4 10 15,3-4-10-15,1 1 49 0,-1-2-1 16,1 0 54-16,3-2 109 0,-1-9 21 16,4-4-49-16,0-5-48 15,0-1-94-15,-3 0-16 0,-4 2 20 16,1 0-48-16,-4 0-3 0,0 1 3 15,-3 1 0-15,3 3-140 0,-3 4 112 16,3 4-41-16,-3 2-159 16,4 0 159-16,-4 2-55 0,3 0-355 15,3 2-14-15,-2 0-503 0</inkml:trace>
  <inkml:trace contextRef="#ctx0" brushRef="#br0" timeOffset="12833.01">23442 6163 1129 0,'0'0'917'0,"0"0"-726"16,-22 36-13-16,12-18 123 0,-3 0-118 15,7 0-48-15,-4-1-65 0,4 1-57 16,-4-3-13-16,7-1-173 16,-4-4 70-16,4-4-39 0,3-2-316 15,0-4 55-15,0 0-10 0,0-4-290 16,3 0 331-16</inkml:trace>
  <inkml:trace contextRef="#ctx0" brushRef="#br0" timeOffset="13093.97">23452 6106 894 0,'0'0'287'0,"0"0"-23"15,0 0 408-15,0 0-361 0,16 39-98 16,-9-21 42-16,-4-3-88 0,3-1-49 16,1-2-9-16,3-2-23 15,-1 1-86-15,-2-4 31 0,-1-2-21 16,-3-1-10-16,1-3 16 0,2-1 12 15,1 0 7-15,-1 0-9 0,0-3 78 16,4-6-18-16,0-5 21 16,-4-3 53-16,1-1-97 0,-4 1-40 0,0 0-37 15,0 0 14-15,1 0-418 16,2 2 199-16,1 2-126 0,6 3-347 16,-4-2 179-16,1 6-82 0,0 0-674 0</inkml:trace>
  <inkml:trace contextRef="#ctx0" brushRef="#br0" timeOffset="13342.31">23769 6120 798 0,'0'0'498'0,"0"0"-273"16,-16 35 256-16,6-18-193 15,3 1-48-15,-2-2 63 0,-1 2-169 16,4-4-57-16,-1 1-67 0,1-5 11 15,2-4-21-15,1-3-118 0,3 0 50 16,0-3-44-16,-3 0-100 0,3-3 211 16,0-4-75-16,0-9-300 15,0-1 152-15,3-1 71 0,-3 0-38 16,3 1-27-16,-3 1-154 0,4 4-521 16</inkml:trace>
  <inkml:trace contextRef="#ctx0" brushRef="#br0" timeOffset="13527.08">23785 6124 365 0,'0'0'343'0,"0"0"285"16,32 37-263-16,-19-26-21 16,-3-3 93-16,3-1-217 0,-4-1-30 15,4-3 76-15,-3-3-65 0,0 0 8 16,-1-4 66-16,-2-1-20 0,2-2-43 16,-2-2-14-16,3-3 0 15,-4-2-88-15,1-1-97 0,-4-1 36 16,3 0-49-16,1-2-404 0,-1-1 265 15,-3 3-114-15,4 0-429 0,-1 4 96 16,4 2-456-16,-4 4-605 0</inkml:trace>
  <inkml:trace contextRef="#ctx0" brushRef="#br0" timeOffset="13968.29">24043 6122 284 0,'0'0'544'0,"-9"41"-198"0,5-23 252 16,4-1-286-16,4-5-118 16,-1 0-6-16,6-3-127 0,4-2-15 15,0-3-1-15,0 0-3 0,3-4-10 16,0-3-32-16,1-4-74 0,-1-1-42 16,-3-2-49-16,0-1 119 15,-7 0-12-15,1 0-36 0,-1 2 94 16,-6 3 7-16,0 1 54 0,0 3-6 15,0-4 33-15,-3 4 57 0,-4-2-67 16,1 2 38-16,-1 2-7 0,1 0-90 16,-4 3 7-16,4 0 42 15,-1 1 6-15,1-1-30 0,3 0-18 16,-1 0 29-16,4-2-55 0,0 0 9 16,0-1-9-16,4 0 0 0,2-1 23 15,4-1 114-15,6-3-124 0,0 0-1 16,0 1-15-16,-3 1 3 0,-3 3-51 15,-4 0 38-15,1 0 13 0,-1 2 0 16,-3 3 64-16,1 6 25 16,-1 2 39-16,0 7-43 0,-3-1-69 15,0-2 6-15,0-1 22 0,0-4-44 16,0 0-117-16,0-2-26 0,0-4-172 16,0-2-984-16,3-3-430 0</inkml:trace>
  <inkml:trace contextRef="#ctx0" brushRef="#br0" timeOffset="14349.16">24486 6051 772 0,'0'0'505'0,"0"0"116"16,42 12 140-16,-36-1-433 15,4 0-60-15,-4 2 104 0,1 5-107 16,-4 0-85-16,-3 3-93 0,3 0 38 15,-3 2-125-15,3-2 53 0,-3-1-31 16,0-1-22-16,0-2-13 0,0-1-9 16,-3-4 22-16,0-1-271 15,0-5 204-15,0-1-65 0,-4-4-266 16,4 1 92-16,-7-2-208 0,4 0-1325 16</inkml:trace>
  <inkml:trace contextRef="#ctx0" brushRef="#br0" timeOffset="14487.28">24463 6197 819 0,'0'0'707'0,"0"0"-512"0,36 0-78 16,-23-1-41-16,3-1-76 0,3-1-62 16,0-2-230-16,-6 2-340 15</inkml:trace>
  <inkml:trace contextRef="#ctx0" brushRef="#br0" timeOffset="14901.43">24847 6068 969 0,'0'0'587'0,"0"0"36"16,0 0-406-16,0 0-85 0,0 0-16 15,0 0 22-15,0 0 48 0,-25-34-12 16,21 32-43-16,1 1-39 0,0 1-83 15,3 0 49-15,-3 0-58 0,-1 3 25 16,1 1 7-16,0 1-32 16,0 0 29-16,0 2 2 0,-1 0-31 15,1 3 22-15,0 0-3 0,-4 1-19 16,4 2-15-16,0-1 2 0,3 1 13 16,0-4-98-16,0-4 82 15,0 0 9-15,0-2-47 0,3 1 53 16,0 3 1-16,4 0-19 0,-7 1 19 15,3-2 0-15,0 4 16 0,1-1 0 16,-1 1-16-16,0 3 22 16,0 0-6-16,0 0 60 0,1-3 48 15,-4-1 8-15,0 0-59 0,0-4-67 16,-4 1 70-16,1-5-39 0,0 3-30 16,-10-2 106-16,0-2-63 0,-3 0-34 15,-3-2 62-15,-1-3-78 0,4-3 34 16,0-1-59-16,3-1 25 0,3-2-342 15,1-4 115-15,-1 1-211 0,3-3-778 16,4 5-140-16</inkml:trace>
  <inkml:trace contextRef="#ctx0" brushRef="#br0" timeOffset="15479.51">24473 6220 383 0,'0'0'521'0,"0"0"-104"15,0 0-140-15,0 0 84 0,0 0 173 16,0 0-279-16,0 0-21 0,0 0 74 15,0 0-111-15,0 0-20 0,-13-30-82 16,16 16-26-16,-3 0-69 16,7-3-46-16,-4 0 46 0,0 0 0 15,3 2-88-15,4 2 88 0,0 3-60 16,0 0-108-16,2 2 164 0,-2 2-46 16,0 2-222-16,-4 0 29 15,-2 3-192-15,-1-1-1226 0</inkml:trace>
  <inkml:trace contextRef="#ctx0" brushRef="#br0" timeOffset="16010.81">24537 5739 1468 0,'0'0'837'0,"0"0"-594"0,0 0-85 0,0 0 38 16,0 0 0-16,0 0-14 0,0 0 53 16,0 0-89-16,0 0-114 0,-16 33-4 15,19-30 10-15,1-2-10 0,2 0-25 16,1-1 123-16,-1-1-10 0,1-4-46 15,-1 0 55-15,4-4-69 0,-7 4-40 16,0-3 89-16,0-1-65 0,1 0-21 16,-4 1 61-16,-4 1-80 15,1 1-31-15,-3-1-9 0,-1 3 22 16,1 1-187-16,-4 3 192 0,7 0-74 16,-7 5-231-16,4 7 158 15,2 2-129-15,4 6-355 0,-3-3 156 16,3-2-540-16</inkml:trace>
  <inkml:trace contextRef="#ctx0" brushRef="#br0" timeOffset="17587.34">25316 5836 101 0,'0'0'32'15,"0"0"-13"-15,0 0 53 0,0 0-32 16,0 0 64-16,0 0-35 0,0 0-1 16,0 0 14-16,0 0-4 0,32 6 124 15,-29-7-114-15,1 0-19 0,-4 0 35 16,0-2 7-16,0 2 74 0,0-1 157 15,0-1-183-15,0 0 0 0,0 0 42 16,-4 0-59-16,4 1 26 16,-3 0 116-16,3 1-92 0,0 0-32 15,0 1 3-15,0 0-36 0,0 0-127 16,0 0-51-16,0 0-10 0,7 3-63 16,-1 7 112-16,7 8 12 15,3 6 31-15,-3 7-8 0,-3 3 72 16,-1 2-28-16,-9 5-16 0,0 1 66 15,0 2-26-15,-6 0-43 0,-4-1 52 16,1-1-100-16,-1-3-25 0,-3-2 25 16,0-7-78-16,3-2-197 0,-3-3 119 15,0-5-100-15,4-7-704 16,-4-4-749-16</inkml:trace>
  <inkml:trace contextRef="#ctx0" brushRef="#br0" timeOffset="68014.88">8769 5931 249 0,'0'0'65'0,"0"0"379"0,0 0 340 16,0 0-316-16,0 0-30 0,0 0-261 16,0 0-25-16,0 0 57 0,0 0-43 15,-16-13-6-15,16 10 12 0,0 0-33 16,0 1-38-16,0 0-57 0,0 1 48 15,0 1-92-15,0 0-123 16,6 0 85-16,-2 2-9 0,2 4 37 16,10 3 10-16,4 5 6 0,2 3 29 15,1 0-28-15,-4 0-7 0,4 0 25 16,9-1-16-16,-6 2-9 0,6 0 26 16,10-1-17-16,0 1-6 0,7-2 25 15,6-1 20-15,-4 0-33 0,7-3 17 16,4 1 12-16,-4-2-44 15,3 0 28-15,4 0-19 0,-7-1-9 16,3-1 32-16,-2 2-32 0,-8-2 0 16,1-3 6-16,-4 4-6 15,-6-2 0-15,-6 1 0 0,-7-2 0 16,-3 3 0-16,-4-3-98 0,-5 3 82 16,-8-1 13-16,-2-2-180 0,-7 1 76 15,-4 2-221-15,-8 2-491 0,5-4 190 16,-6-3-591-16</inkml:trace>
  <inkml:trace contextRef="#ctx0" brushRef="#br0" timeOffset="68565.82">8837 6475 865 0,'0'0'515'0,"0"0"-196"16,0 0 2-16,0 0-120 0,0 0 26 15,0 0 79-15,0 0-139 0,0 0-25 16,39-17 27-16,-30 13-48 0,8-2-41 16,5-2-33-16,1-3 64 0,3-1-22 15,3-2-32-15,6-4 66 16,1-2-23-16,6-3-53 0,13-3 83 16,-4-3-59-16,14 0-68 0,-7-3 106 15,7 2-59-15,-1 1-25 0,1 0 46 16,3 2-71-16,-4 1-6 15,4 0 6-15,-3 0 0 0,2 3-84 16,-2-1 59-16,6 2-21 0,-9 1-336 16,-1 1 92-16,-19 4-239 0,-10 0-1649 0</inkml:trace>
  <inkml:trace contextRef="#ctx0" brushRef="#br0" timeOffset="104698.49">14638 9181 124 0,'0'0'140'0,"0"0"893"0,0 0-710 16,0 0-57-16,0 0 285 0,0 0-309 15,39-18-36-15,-36 13 35 16,6 2-75-16,-5-2-20 0,-1 0 0 16,-3 2 37-16,0-2-35 0,6 2 29 15,-6 0 10-15,0 1-69 0,0-1-106 16,0 2 90-16,0 1-102 0,0 0-89 15,-6 6 64-15,-4 4 25 0,-6 7-93 16,-7 4 93-16,7 3 0 0,3 2-74 16,-3-2 74-16,3 3 0 0,4 4-30 15,2-2 30-15,1 5 0 16,6-1 25-16,0 1-6 0,6 0-19 16,7 0 43-16,3-4-21 0,0-2-22 15,7-1-94-15,0-5 66 0,6-5 16 16,0-1-155-16,3-5 165 15,0-3-57-15,1 2-187 0,-1-5 85 16,-6-1-106-16,6-4-459 0,-6 0 318 16,6 0 45-16,-6-1-484 15,-7-2 127-15</inkml:trace>
  <inkml:trace contextRef="#ctx0" brushRef="#br0" timeOffset="105312.86">15277 9294 463 0,'0'0'639'16,"0"0"-304"-16,0 0-130 0,0 0 376 15,0 0-280-15,7-39-65 0,-7 32 24 16,0 1-116-16,0 0-23 0,-3 1 0 15,-1-1 10-15,-2 3-24 0,-1-3-9 16,-2 3 16-16,-7 1-55 0,-1 2-52 16,8-1 55-16,-7 7-62 0,-1 2-88 15,1 1 73-15,7 3 15 16,-4 0-82-16,0-1 80 0,3 3 2 16,4-3-92-16,2 0 70 0,4 1 22 15,0-2-117-15,4 2 114 0,2-2-80 16,7 0-184-16,3-2 203 15,7 0 32-15,-1-1 13 0,4-3 19 16,0 2 0-16,0-2 19 0,-4 3-3 16,1-1-16-16,-10 2 16 15,3-2 3-15,-3 1-6 0,-10-4 6 16,4 2 67-16,-7-1-19 0,3-2-25 16,-3 3 56-16,-3 1-3 0,-7 4 32 15,-6 1 18-15,-7 0-107 0,1 1-4 16,-4-5-9-16,3-1-25 0,-3-2-176 15,10-1 119-15,-10 0-117 0,10-3-403 16,10-3 78-16,-4-1-85 16,10 0-764-16</inkml:trace>
  <inkml:trace contextRef="#ctx0" brushRef="#br0" timeOffset="105623.14">15610 9340 508 0,'0'0'166'0,"0"0"82"0,3 42 335 0,-3-23-284 15,0-2 25-15,0 3 161 16,0 1-227-16,3-4-17 0,4 0 26 16,-1-3-118-16,-2-3-76 0,12-2-54 15,-7-4 54-15,4-5-39 0,4 0-24 16,-5-4 72-16,5-7-16 0,-1-1-38 15,-3-2 85-15,-4-2-49 0,4 0-58 16,-10-2 94-16,7-3-100 0,-7 3-75 16,1-4 73-16,-4-2-84 15,0-3-231-15,-7 3 197 0,-3 2-58 0,10 4-257 16,-6 5 133-16,6 4-82 16,0 3-282-16,3 4 230 0,7-1 49 15</inkml:trace>
  <inkml:trace contextRef="#ctx0" brushRef="#br0" timeOffset="105978.29">15907 9419 460 0,'0'0'727'16,"13"45"-464"-16,3-26-84 0,-9-4 65 16,2-4-147-16,-2-2-45 0,-1-2-52 15,-2-4-5-15,2-1-31 0,-3-2 14 16,4 0 22-16,-4-2 32 0,3-5 56 15,-2-8-43-15,-4-5-3 0,0-2-30 16,-10-3-12-16,3-1-32 0,-5-1-176 16,5 1 75-16,-3-1-75 15,10 1-443-15,0 3 419 0,0 3 226 0,17 4 6 16,-1 1 156-16,3 3 85 16,4 2 251-16,-1 3-128 0,4 3 15 15,0 3 163-15,-10 1-286 16,10 3-70-16,-10 6-78 0,0 1-22 15,-6 0-77-15,0 1 13 0,-7 3 32 16,0-1-25-16,-3 1-14 0,-6 1 42 16,-4-1-47-16,-3-2 15 0,-10-1 35 15,7 1-60-15,0-3 38 16,-3 0-29-16,-4-1-9 0,4-1-182 16,-1-3 62-16,4 0-80 0,6-2-387 15,1-3 6-15,6 1-222 0</inkml:trace>
  <inkml:trace contextRef="#ctx0" brushRef="#br0" timeOffset="106245.54">16353 9302 1163 0,'0'0'332'0,"0"0"-46"0,0 0 90 0,10 43-240 16,-10-31 42-16,-4 1 81 0,1-2-115 15,0 2-38-15,-4 0-42 0,7-2 32 16,0 3-25-16,0-3-46 0,7-1 30 16,-4 1-20-16,4-5-35 15,-1 0 70-15,4 0-58 0,-1-1 14 16,4 1-7-16,3-5-19 0,1-1-123 16,-4 0 62-16,-1-2-76 0,-2-4-432 15,3 4-199-15,-6-3-531 0</inkml:trace>
  <inkml:trace contextRef="#ctx0" brushRef="#br0" timeOffset="106403.28">16421 9373 1276 0,'0'0'540'16,"0"0"-261"-16,38-2-56 0,-28-3-119 15,3 1-23-15,0 0-78 0,-3-2-3 16,3 2-223-16,-7 1-1908 0</inkml:trace>
  <inkml:trace contextRef="#ctx0" brushRef="#br0" timeOffset="106894.75">16576 9232 274 0,'0'0'394'0,"0"0"252"16,0 0-318-16,0 0-91 0,42 29 179 15,-29-12-187-15,-10-2-71 16,7-1-93-16,-4 0-40 0,-6-2-25 16,0 1 4-16,6-3-8 0,-2-3 4 15,-4 1-112-15,3-5 5 0,-3 2-15 16,0-4-44-16,0 1 108 15,0-2 58-15,0 0 1 0,0-3 113 16,3-7-63-16,-3-8-18 0,0 0-1 16,0-2-32-16,7-1-26 0,2 3 0 15,4 2 26-15,7 4 7 16,-1 2 254-16,0 5 67 0,1 1 164 16,-4 4-226-16,0 4-83 0,-6 1-61 15,3 7 4-15,-4-3-126 0,-5 2 56 16,-4 1-53-16,0 1-3 0,-4 1-12 15,-2 0-1-15,-1-1 13 0,-2 1-140 16,2-2 123-16,1 1 1 0,-1-2-78 16,1 0 94-16,3 1 0 15,-1-1-16-15,1 1 16 0,0-3 0 16,3-2 18-16,0-1 29 0,3-2-47 16,0 2 16-16,4 0-32 0,3 0 16 15,6-3-169-15,0-1 109 16,0-2-133-16,7-6-555 0,-10 1-498 15,-1-3-313-15</inkml:trace>
  <inkml:trace contextRef="#ctx0" brushRef="#br0" timeOffset="107075.71">17180 9225 1387 0,'0'0'644'0,"0"0"-10"16,16 39-380-16,-16-21 12 0,3 2 50 15,0 3-142-15,1 2-80 16,-1-2-72-16,-3-1 67 0,6 2-89 0,1-2-54 16,-4-1 38-16,7-2-116 15,-4-2-374-15,1-5 128 0,-4-1-168 16,0-5-468-16,-3-3-2 0</inkml:trace>
  <inkml:trace contextRef="#ctx0" brushRef="#br0" timeOffset="107277.37">17092 9202 2406 0,'0'0'445'0,"0"0"-121"16,0 0-155-16,0 0-29 0,0 0 85 15,0 0-65-15,42-4-110 0,-16 6-15 16,3 0-23-16,4 2-12 0,-1-2-134 15,0 0 34-15,7 0-131 0,0-1-431 16,-10-1 113-16,0 0-558 0</inkml:trace>
  <inkml:trace contextRef="#ctx0" brushRef="#br0" timeOffset="107591.68">17732 8943 2136 0,'0'0'353'0,"0"0"-163"0,0 0-19 15,0 0-104-15,0 0-12 0,0 0 47 16,0 0 100-16,29 40 11 0,-6-8 37 15,-1 4-17-15,-2 4-48 0,-7 4-10 16,-4 1 7-16,1 7-95 16,-7-2-69-16,-3 0 62 0,-6-1-80 0,-4 0-185 15,-3-3 142-15,-6 0-96 16,-4-5-331-16,1-4 227 0,-4-2 46 16,-7-2-244-16,8-7-194 0,-1-2-719 15</inkml:trace>
  <inkml:trace contextRef="#ctx0" brushRef="#br0" timeOffset="170833.41">15374 12224 18 0,'0'0'183'0,"0"0"274"0,0 0 308 16,0 0-641-16,0 0 29 0,0 0 146 15,0 0-89-15,0 0-3 0,13-31 45 16,-13 31-133-16,-3 0-22 0,-7 3 41 16,-3 6-116-16,-3 3-22 0,-3 3 0 15,3 4 55-15,-1-1 28 0,1 4 6 16,3 5 23-16,-3 3-29 0,3 5-32 16,0 3 37-16,7 5-66 15,-1 1 4-15,4 0 21 0,3-5-47 16,7-4 25-16,2-2-9 0,8-4-16 15,-1-5-57-15,13-6 45 16,0-3 5-16,3-9-119 0,0-1 124 16,7-5-62-16,-7-3-188 0,-2-2 112 15,-1-4-56-15,-10-1-365 0,7 0 61 16,-13 3-121-16</inkml:trace>
  <inkml:trace contextRef="#ctx0" brushRef="#br0" timeOffset="171498.3">15820 12177 443 0,'0'0'1149'0,"0"0"-1019"0,0 0-3 0,-32 40 120 16,22-17-27-16,-3 3 3 0,3 3 87 15,4 5-95-15,-4 3-65 0,7 3 57 16,0-3-7-16,3-3-67 0,6-3-92 16,4-6 34-16,6-2-75 15,0-5-3-15,4-4-10 0,5-5 13 16,1-5-53-16,0-4 53 0,3-3 0 15,-6-5 16-15,-1-4-1 16,4-3-15-16,-6-2 22 0,-8 1 4 16,-2-2-26-16,-3 4 28 0,-7-4 22 15,0 3-50-15,-13 0 47 0,0-1-37 16,-7 3-10-16,-2 3-80 0,-1 5 64 16,-3-1 16-16,4 5 0 15,2 0 16-15,-2 2 41 0,6 5-54 16,6-2 104-16,0-1-101 0,7 1 35 15,0-1 3-15,0 0-44 0,3 3-38 16,3-1 37-16,6 2 1 0,8-4 0 16,8 1 50-16,-2-3 3 0,6-1-40 15,-3 0 58-15,0 0-71 0,-7 0-75 16,1 2 57-16,-1-1-13 0,-3 2-214 16,-6-3 188-16,6 2-110 15,-6-1-414-15,-4 0 35 0,-6-1-225 16</inkml:trace>
  <inkml:trace contextRef="#ctx0" brushRef="#br0" timeOffset="171975.56">16188 12283 1383 0,'0'0'325'15,"0"0"78"-15,0 0-176 0,0 0-59 0,0 0 103 16,0 0-111-16,10 42-2 0,0-22 21 15,-1 6-20-15,-2 1-58 0,2 4-69 16,-2 0 54-16,-1 1-83 0,-2-1 13 16,2-5-32-16,-6-6-70 0,6-2-245 15,-2-7 210-15,-1-5-55 0,-3-3-440 16,0-3-101-16,0 0-271 16</inkml:trace>
  <inkml:trace contextRef="#ctx0" brushRef="#br0" timeOffset="172230.05">16240 12193 1237 0,'0'0'497'0,"0"0"272"0,42-18-383 16,-29 18-75-16,3 0 74 0,3 7-164 16,-3 0-89-16,1 6-100 15,-1 1 60-15,-3 4-92 0,0 3 28 16,-1 1 0-16,1 2-28 0,-6 0 25 15,6-3-13-15,-10 2-12 0,7-3 31 16,-10 1-9-16,0 1-22 0,-10-4 28 16,0 0 38-16,-3-1-60 0,-6-2 37 15,0-2-7-15,-4-1-36 0,-3-1-233 16,-3-3 152-16,10 0-74 16,-4-5-293-16,4-3 231 0,3 0-87 15,3-5-769-15,13 1-192 0</inkml:trace>
  <inkml:trace contextRef="#ctx0" brushRef="#br0" timeOffset="172732.4">16708 12234 1111 0,'0'0'338'0,"0"0"-162"0,0 0 90 15,0 49-87-15,0-29 38 0,0 3 103 16,7 3-120-16,-1 8-8 0,4 0 4 16,-4 5-68-16,-3 1-39 0,7-4-83 15,-3-1 41-15,-1-4-47 0,1-7-243 16,-1-2-16-16,0-11-140 16,-2-1-483-16,-4-8 332 0,0-2 32 15</inkml:trace>
  <inkml:trace contextRef="#ctx0" brushRef="#br0" timeOffset="173011.64">16747 12210 2014 0,'0'0'333'16,"45"-28"-87"-16,-22 17 224 15,3 6-250-15,-4 1-70 0,-2 4-33 16,-4 0-9-16,0 5-35 0,-3-1-26 15,-4 4 50-15,-2-1-81 0,-4 2 16 16,0 2 33-16,-3 0-2 0,-3 1-24 16,-7 1 92-16,4-2-94 0,-10 4-9 15,0-3 40-15,-7 0-68 0,4 0 3 16,-7-2-49-16,10-2 46 16,-7-1-298-16,4 2 167 0,3-6-99 15,9-1-311-15,4-1 187 0,3-1-130 16,3-1-491-16,4-1-28 0</inkml:trace>
  <inkml:trace contextRef="#ctx0" brushRef="#br0" timeOffset="173495.59">17076 12376 1345 0,'7'33'309'0,"-4"-3"-65"0,0 2 219 16,-3-1-243-16,0-1 15 0,3-5-58 15,-3-3-106-15,4-9-71 0,-1-4 6 16,-3-5-6-16,3 0 0 0,-3-4-6 16,0 0 6-16,3-8 86 0,-3-7 58 15,0-10-74-15,-3-2-70 0,0-4-10 16,3 2 9-16,0-2 1 16,0-1-61-16,6 1 59 0,7 1-9 15,3 3-37-15,7 5 48 0,0 5 51 16,-4 4 210-16,4 4 39 0,-4 6-64 15,-3 3-49-15,7 0-13 0,-10 5-137 16,0 5 10-16,-4 2-23 16,-2 1-24-16,-4 4-62 0,0-3 34 15,-3 2 28-15,0-1-202 0,-6 0 199 16,-4-3-19-16,-3 0-137 0,0-1 156 16,-3-1-23-16,3 1-136 15,-3-1 161-15,0-4-39 0,9 1-156 16,-2-3 136-16,2 0-38 0,7-2-26 15,-3 0 108-15,3 1 6 0,3 2 10 16,4 0 134-16,9 3 24 0,7-2 66 16,2 2-12-16,1 0-69 0,-3 1-90 15,-4-2 84-15,1 1-94 0,-4 0-6 16,3-1 10-16,-3 1-47 16,4-1-106-16,-7-1 106 0,3 2-102 15,-3-4-270-15,0 2 170 0,-4-4-150 16,-2-2-747-16,-1 0-377 0</inkml:trace>
  <inkml:trace contextRef="#ctx0" brushRef="#br0" timeOffset="173804.19">17613 12108 642 0,'0'0'1594'0,"0"0"-1341"0,0 0 37 16,45 42 18-16,-26-22-14 0,0 6 55 16,4 5-117-16,0 6-27 15,-4 9-28-15,-3 9-7 0,-3 6-120 16,-6 11-10-16,-4 2 31 0,-3 2-71 15,0-4-167-15,-10-8 74 16,4-7-155-16,-7-10-618 0,6-14-287 16,-2-2-865-16</inkml:trace>
  <inkml:trace contextRef="#ctx0" brushRef="#br0" timeOffset="196911.47">18478 12385 141 0,'0'0'17'16,"0"0"648"-16,0 0-131 0,0 0-355 16,0 0 10-16,0 0 83 0,0 0-119 15,0 0-17-15,-10-10 35 16,10 10-80-16,0-2-10 0,0 2 2 16,0 0-28-16,0 0-32 0,4 0-17 15,2 0 26-15,4 0 13 0,3 3 16 16,0 1 10-16,9 1-26 0,-2-3-32 15,-1 5 19-15,7-5-32 0,0 0-10 16,-4-2-3-16,4 0-67 0,-6 0-869 16,-4-8-1094-16</inkml:trace>
  <inkml:trace contextRef="#ctx0" brushRef="#br0" timeOffset="198365.14">19492 12124 339 0,'0'0'450'0,"0"0"-72"15,0 0-173-15,0 0-36 16,0 0 46-16,0 0-114 0,0 0-7 16,0 0 62-16,0 0-95 0,0 0-33 15,0-19-27-15,0 22 44 0,4 2 84 16,-4 1 81-16,3 3-97 0,-3 4-16 15,0 8 35-15,6 7-27 16,-6 2-24-16,0 1 14 0,0-1-8 16,0-1-71-16,-6-1 6 0,6-2-6 15,0-4-16-15,0 0-91 16,0-4 21-16,0-2-55 0,6-4-202 16,-6-3 111-16,3-5-72 0,1-3-137 15,-1 0 60-15,-3 0-267 0</inkml:trace>
  <inkml:trace contextRef="#ctx0" brushRef="#br0" timeOffset="199545.52">19573 12264 721 0,'0'0'381'0,"0"0"6"16,0 0-201-16,0 0-43 0,0 0 68 16,0 0-104-16,0 0-20 0,0 0 69 15,0 0-85-15,0 0-16 16,32-16 38-16,-12-3 7 0,2 0-9 16,4-4 34-16,-3 3-45 0,-1-1-32 15,-2 3-35-15,-1 4 13 0,-6 4-26 16,-6 6-119-16,-1-1 29 15,-3 3-42-15,-3 1-145 0,0 1-125 16,0 0-381-16</inkml:trace>
  <inkml:trace contextRef="#ctx0" brushRef="#br0" timeOffset="199761.43">19573 12264 1065 0,'0'0'446'0,"0"0"-361"0,0 0 184 16,32 14 27-16,-19-7-5 0,-3 4 54 15,3 2-191-15,-3 3-51 16,-1 0-45-16,4-2-14 0,-6 4-44 16,6-5-6-16,-4 2 5 0,1-4-79 15,3-1-254-15,-3 0 50 0,-1-8-527 16</inkml:trace>
  <inkml:trace contextRef="#ctx0" brushRef="#br0" timeOffset="199990.88">19990 12174 1377 0,'0'0'276'0,"0"0"-152"0,0 0 194 16,0 0-140-16,-20 39 52 0,4-16 108 16,0 2-190-16,-3 1-55 0,2 1-61 15,1-4-3-15,-3 0-29 0,6-4-92 16,3-1 28-16,4-7-78 16,-1-3-274-16,7-5-60 0,0-2-207 15</inkml:trace>
  <inkml:trace contextRef="#ctx0" brushRef="#br0" timeOffset="200205.39">19967 12141 330 0,'0'0'1176'16,"0"0"-1033"-16,0 0-62 16,0 0 17-16,0 0 229 0,0 0 100 15,19 46-214-15,-12-19-27 0,-1 0 48 16,1 1-59-16,-1 0-51 0,4 3-48 15,-4-2 16-15,4 0-92 0,0-4-27 16,3 1 26-16,-4-5-71 0,1-3-224 16,0-2 111-16,0-6-142 15,-4-3-488-15,-6-4-2 0,0-3-168 0</inkml:trace>
  <inkml:trace contextRef="#ctx0" brushRef="#br0" timeOffset="200386.87">19789 12323 1125 0,'0'0'1054'0,"0"0"-966"0,0 0-40 16,0 0 49-16,46-3 94 16,-24 3-46-16,1 0-55 0,-1 0-32 15,-2 0-26-15,-1 0-32 0,1 0-36 16,2-1 34-16,-6-2-51 0,10-3-199 15,-6 1-389-15,-4-2-487 0</inkml:trace>
  <inkml:trace contextRef="#ctx0" brushRef="#br0" timeOffset="200605.27">20293 12159 450 0,'0'0'535'16,"0"0"41"-16,-6 42-225 15,-1-23-23-15,-2 4 124 0,2 2-230 16,-2 1-68-16,-1-1 57 0,0 0-90 16,0-3-121-16,4-3-5 0,0-6 4 15,2-4-81-15,1-6-216 16,3-2 125-16,0-1-107 0,0-1-420 16,0-11 36-16,3 0-75 0</inkml:trace>
  <inkml:trace contextRef="#ctx0" brushRef="#br0" timeOffset="200842.51">20303 12177 472 0,'0'0'801'0,"42"16"-491"0,-23 4 475 15,4 1-440-15,-7 0-107 16,4 0 89-16,-4-2-143 0,0-2-57 16,3-4-82-16,1-3 53 0,-4-4-23 15,3-4-15-15,-3-2 91 16,-3-2-28-16,3-5 4 0,0-4 53 15,-3-3-68-15,-3 0-88 0,-3-5 127 0,-1 2-151 16,-6-4 59-16,0-1-29 16,-6-1-30-16,2-2-240 15,-5-2 163-15,2 2-68 0,-3 5-268 0,10 3 104 16,-3 6-127-16,3 6-348 16,3 2 356-16,-3 2-186 0,7 0-764 0</inkml:trace>
  <inkml:trace contextRef="#ctx0" brushRef="#br0" timeOffset="202433.7">21498 12060 489 0,'0'0'232'15,"0"0"-21"-15,0 0 206 0,0 0-218 16,0 0 12-16,0 0 127 0,0 0-147 16,0 0-26-16,0 0 74 0,0 0-110 15,3-21-10-15,-3 18 54 0,0 1-49 16,0 2-41-16,0-1-57 0,0 1 22 16,0 0-48-16,0 1 3 15,-3 5 19-15,-3 9 61 0,-7 9-23 16,-3 4 41-16,-7 5-66 0,0 1-19 15,1-3 44-15,-4 0-60 0,6-4 28 16,-2 1-22-16,6-4-6 0,0-4-66 16,6-3 44-16,0-5-13 15,7-7-256-15,3-1 179 0,-3-4-57 16,3 0-102-16,0-4 242 0,6-10-219 16,4-6-117-16,3-6 316 0,3-1 49 15,-3-2 29-15,0 5-9 0,-7 1-7 16,4 0 22-16,-4 1-15 0,1 2-1 15,-1 3 30-15,1 0-30 16,-1 6 17-16,1 4 115 0,-4 0-41 16,0 4 22-16,0 2 87 0,1-1-149 15,2 2-70-15,4 0 10 0,-1 6-10 16,11 7 26-16,-1 5-7 16,1 0 45-16,-1 7-20 0,-3-1-31 15,0 0 54-15,4 4-48 0,-1 0-9 16,0-3 22-16,1-2-32 0,-4-3-13 15,0-4-6-15,0-4-7 0,-6-2-143 16,-7-3 112-16,7-4-46 0,-10 0-177 16,3-2 45-16,-3-1-212 15,-3 0-803-15,-7-3 472 0</inkml:trace>
  <inkml:trace contextRef="#ctx0" brushRef="#br0" timeOffset="202615.95">21340 12269 1303 0,'0'0'348'16,"0"0"-156"-16,0 0 307 0,0 0-341 0,0 0-116 0,0 0 31 0,0 0 17 15,51-3 16-15,-21 3 0 16,-5 0-48-16,1 0-58 0,0 0-27 16,-3 2 25-16,-1-1-34 0,4-1-222 15,-7 0-311-15,-2 0-764 0</inkml:trace>
  <inkml:trace contextRef="#ctx0" brushRef="#br0" timeOffset="203092.21">21827 12128 687 0,'0'0'290'0,"-12"39"-39"16,2-14 159-16,0-1-163 0,-3 0-10 15,0-1 9-15,0-1-195 16,4-1-51-16,-1-8-32 0,0-3-16 16,7-4-40-16,0-2-126 0,0-2 42 15,-1-2-13-15,4-2-108 0,0-8-42 16,0-9 94-16,7 0 150 16,-4-3 91-16,4 2 3 0,-4-1 46 15,3 0-7-15,-6 4 40 0,7-3-28 16,2 1-53-16,-2 4 0 0,3 3 165 15,-1 2 20-15,-5 6 12 0,5 4 270 16,1 1-270-16,3 8-78 0,3 7 58 16,-3 1-20-16,3 1 52 0,-3 2 14 15,0-4-124-15,0 0-24 16,3-3-9-16,0-3 26 0,-3-5-43 16,3-4-50-16,-3-1 83 0,0-2-10 15,3-8 44-15,-3-2 88 16,0-1-51-16,0-4-107 0,-3 1 65 15,-1-2-112-15,-2 1 28 0,-1-2-31 16,-6 2 3-16,0-1-200 0,0 1 152 16,-6 1-74-16,3 3-384 0,-1 8 62 15,1-1-108-15,3 4-373 0,3 2 303 16,-3 0 61-16</inkml:trace>
  <inkml:trace contextRef="#ctx0" brushRef="#br0" timeOffset="203495.32">22257 12099 1600 0,'0'0'182'0,"0"0"0"0,0 0 229 0,0 0-207 16,0 0-30-16,0 0 90 0,0 0-95 16,-39 31-41-16,33-14 50 0,6 6 9 15,0-1-17-15,0 0 51 16,6-2 7-16,1-3-73 0,2-2-128 16,4-1 75-16,0-5-102 0,3-1-18 15,1-4 18-15,5-4 0 0,-6-3-63 16,7-4 60-16,-4-6 3 0,1-4-31 15,-1-1 31-15,-6-2 0 0,0-2-12 16,-10 1 12-16,0-2 0 0,-3 1-15 16,-9-2 15-16,-7 4 0 0,-4-3-136 15,-2 3 114-15,-1 5-81 16,4 3-211-16,2 4 235 0,8 6-34 16,2 2-119-16,4 1 127 0,0 4-137 15,3 5-567-15,0 2 316 0,0 0-90 16,0-4-574-16</inkml:trace>
  <inkml:trace contextRef="#ctx0" brushRef="#br0" timeOffset="204046.47">22690 12033 346 0,'0'0'528'0,"0"0"65"16,0 0-284-16,0 0-50 0,0 0 107 16,0 0-207-16,0 0-5 0,0 0 52 15,0 0-84-15,0 0-16 16,-20 33 63-16,14-8 32 0,-7-1-24 16,3 6 12-16,1-5-13 0,-4-2-147 15,3 1-1-15,0-3-56 0,1-2-11 16,2-7-241-16,4-4 167 0,0-4-90 15,3-1-369-15,0-3 185 16,0 0-125-16,0-3-633 0,3-1 561 16</inkml:trace>
  <inkml:trace contextRef="#ctx0" brushRef="#br0" timeOffset="204292.72">22606 12185 188 0,'0'0'215'0,"0"-49"0"0,0 26 76 16,-3 3-207-16,3 6-28 0,0 4 97 15,0 6 45-15,0 1 63 0,3 3 119 16,0 0-244-16,7 5-3 0,3 7 122 15,0 8 9-15,0 3 12 0,3-1-2 16,-3-2-115-16,0-1-58 0,3-4-60 16,0 1 44-16,0-6-82 0,0-3 38 15,4 0-25-15,-1-5-16 16,-6-2 22-16,3-2 10 0,0-4-29 16,-6-2 31-16,3-1 10 0,-7-2-44 15,-3 0 32-15,4-3 5 0,-7-1-37 16,-3 0-3-16,-4-1-35 15,-2-2 38-15,-1 5-283 0,-3 0 138 16,0 0-167-16,7 5-527 0,-1 2 255 16,4 2-83-16,3 3-491 0</inkml:trace>
  <inkml:trace contextRef="#ctx0" brushRef="#br0" timeOffset="204466.6">22874 12012 985 0,'0'0'713'15,"0"0"-574"-15,0 0 144 0,36 36 260 16,-24-19-221-16,5-3-118 0,-1-1-60 16,-3-3-68-16,0-1-76 0,3-1-35 15,-3-2 35-15,3-3-44 0,-3-1-199 16,3-2 99-16,0-3-175 16,0-2-861-16,-6-3 499 0,3 1-82 0</inkml:trace>
  <inkml:trace contextRef="#ctx0" brushRef="#br0" timeOffset="204759.86">23207 12019 1804 0,'0'0'360'0,"0"0"-172"0,0 0 57 0,0 0-51 16,0 0 27-16,-16 42 37 16,9-27-124-16,4-1-42 0,-4-2-60 15,4 0 22-15,-3 1-54 0,2 1-48 16,1 1 29-16,0-3 19 0,0 2-120 15,0-2 88-15,-1-1-41 0,4 1-97 16,-3-2 119-16,3-3-29 0,-3-3-107 16,3 1 94-16,-3 1-4 0,3-2 10 15,0 3 86-15,-4-4 1 16,4 2-32-16,0-2 29 0,0-1 0 16,0 0-27-16,4 1 28 0,-4 2-59 15,3-1-289-15,0 3-27 0,-3 0-62 16,0-1-608-16</inkml:trace>
  <inkml:trace contextRef="#ctx0" brushRef="#br0" timeOffset="205302.26">23384 12032 900 0,'0'0'270'0,"0"0"-42"16,0 0 195-16,0 0-183 0,16 33 7 16,-9-9 134-16,-7 0-121 0,3 3-29 15,-3 0 27-15,0-3-109 16,3-1-123-16,-3-5 8 0,0 1-56 15,0-4 22-15,0-4-270 0,4-4 69 16,-4-3-258-16,3-3-1059 0,-3 1 377 16</inkml:trace>
  <inkml:trace contextRef="#ctx0" brushRef="#br0" timeOffset="205580.14">23378 12113 1556 0,'0'0'461'15,"0"0"-286"-15,0 0-3 0,0 0 89 16,0 0-42-16,39 7 9 0,-17-7-39 16,7 0-100-16,-3-4-89 15,-3-1 16-15,-1-1-16 0,-2 0 0 16,-1-1-35-16,-3-1 35 0,-3 3 0 16,0 3-12-16,-6-1 12 0,-1 2 0 15,-3 0-17-15,4 1 17 0,-4 0 0 16,3 6 4-16,4 6 43 15,-3 6 52-15,-1 7 21 0,-3 2 13 16,-3 0-54-16,0-2-73 0,0-2 51 16,0-3-57-16,3-1-105 0,-3-2 74 15,4-2-99-15,-1-5-454 16,-3-5-232-16,3-1-595 0</inkml:trace>
  <inkml:trace contextRef="#ctx0" brushRef="#br0" timeOffset="205780.83">23895 12088 1918 0,'0'0'538'0,"0"0"-302"16,6 48 114-16,-6-22-206 0,0-1-29 15,0-2 3-15,-3-1-48 0,3-2-70 16,0 1-83-16,0-3 39 15,3-1-103-15,4-5-473 0,-7-3-469 16,6-1-310-16</inkml:trace>
  <inkml:trace contextRef="#ctx0" brushRef="#br0" timeOffset="207587.73">24182 12011 1034 0,'0'0'472'16,"0"0"-258"-16,0 0-110 0,0 0-6 16,0 0 64-16,0 0-139 0,0 0-10 15,0 0 29-15,0 0 58 16,13 43 43-16,-7-12 99 0,1 6-123 15,-1 0-13-15,-2-3 0 0,2-3-45 16,1-3-61-16,-1-3-5 0,-3-5 4 16,4-2-37-16,-1-7-152 0,-3-4 9 15,1-3-116-15,-1-4-941 0,-3 0 241 16</inkml:trace>
  <inkml:trace contextRef="#ctx0" brushRef="#br0" timeOffset="207786.84">24114 12074 1925 0,'0'0'266'15,"0"0"-85"-15,0 0-134 0,0 0-45 16,0 0 15-16,33-3 44 0,-14 3 10 16,4 0 8-16,-1 0-44 0,-2 0-35 15,-4 0-9-15,-3 3 9 0,0 1-20 16,-7-1-80-16,0 1-42 0,-2 1-211 15,-4-3-596-15,0 0 235 16</inkml:trace>
  <inkml:trace contextRef="#ctx0" brushRef="#br0" timeOffset="207901.17">24121 12183 1313 0,'0'0'276'0,"0"0"-120"0,38 1 279 16,-15-4-250-16,0-3-66 0,-1 1-54 15,1 2-54-15,0 0-11 0,-7 1-178 16,3 1-269-16,-6 1-223 0</inkml:trace>
  <inkml:trace contextRef="#ctx0" brushRef="#br0" timeOffset="208093">24418 12182 1318 0,'0'0'413'0,"0"0"-218"16,-3 47 29-16,6-29-59 0,-3-4-126 16,0-2-32-16,3-1-7 0,0-2-25 15,1-1-40-15,-1-2-214 0,0-4-121 16,0 1-740-16</inkml:trace>
  <inkml:trace contextRef="#ctx0" brushRef="#br0" timeOffset="208385.03">24715 11982 1691 0,'0'0'344'16,"0"0"-146"-16,0 0-65 0,-36 12-104 15,20 3-29-15,-3 2-29 16,3 2 0-16,6-2-39 0,0 0-13 0,4 1-49 15,3-2-169-15,3 1 137 16,0 0 41-16,6-2 30 0,4 2-19 16,0-3 44-16,2-3 8 0,1 1 58 15,-3-1 29-15,0-2 290 0,-1 2-133 16,-2-4-56-16,-1 1-7 16,-2 1-94-16,-4-4 7 0,0 0 35 15,0-2-25-15,-7 2 2 0,1 1 17 16,-4 4-65-16,-3-5-22 0,0-1-247 15,0-4-212-15,4 0-95 0</inkml:trace>
  <inkml:trace contextRef="#ctx0" brushRef="#br0" timeOffset="208619.05">24841 12122 307 0,'0'0'749'0,"0"0"-319"0,0 0-124 15,0 0-79-15,26 48 55 0,-23-31-156 16,0 0-32-16,0-2 19 0,-3-2-42 16,4 2-20-16,-1-3 20 0,3 0 3 15,1-3-10-15,3-2-16 16,-1 1 13-16,1 0-61 0,6-3 23 16,-3-2-17-16,0-3-6 0,0 1-102 15,-3-2-7-15,-1-3-136 0,-2 1-633 16,-4-2 139-16,0 1-24 0</inkml:trace>
  <inkml:trace contextRef="#ctx0" brushRef="#br0" timeOffset="209264.06">24854 12194 2358 0,'0'0'233'0,"0"0"-33"15,0 0 2-15,0 0-39 0,39-3 51 16,-17-2 88-16,1 1-132 0,-1-5-104 15,-2 3-47-15,-7-1 25 16,0 0-44-16,-4 1-211 0,-2 0 66 16,-4 3-43-16,0 1-217 0,-3-3 206 15,0 2-14-15,4 0-110 0,-4-2 77 16,0-1-34-16,-4 3-51 16,4-1 331-16,0 0 45 0,-3 2 329 15,3 1-66-15,0 0-65 0,0 1-101 16,3 2-100-16,7 2 10 0,3 7 6 15,0 3-13-15,-3 1-9 0,-1 1 15 16,-2-3-16-16,-1 2-35 0,-3-6 10 16,1-1-10-16,-1-1 0 0,0-3 3 15,-3 3 1-15,3-3-4 16,-3 2-71-16,4-2 26 0,-4-4-4 16,0 0 49-16,0 0 50 0,0-4-50 15,0-7 0-15,0-8 116 0,-4-1-4 16,4-4 61-16,4 0-36 15,2 3-73-15,7 2-13 0,3 2 82 16,3 3 3-16,4 3 35 0,-4 5 37 16,4 5-43-16,-7 1-19 0,0 7 46 15,-6-1-100-15,0 3-82 16,-4 2 116-16,-6 2-99 0,0 2 19 16,-6 2 13-16,-1-4-59 0,-2 1-229 15,-1 0 211-15,0-1-53 0,0-3-80 16,1-2 151-16,-1 1 0 0,-3 0-130 15,3-3 111-15,1 0-3 0,2-2-84 16,4 0 106-16,0-2 0 0,3-1-123 16,0 3 123-16,3 2 0 0,7-1 0 15,3 4 103-15,3 2 7 0,0-3-39 16,0-2 75-16,-3 2-119 16,0 0 17-16,3-2-1 0,-6 1-43 15,3-4-43-15,0 1-10 0,-4-1 47 16,1-3-314-16,-3 1 202 0,-1-1-220 15,-3 0-651-15,0-1-327 16</inkml:trace>
  <inkml:trace contextRef="#ctx0" brushRef="#br0" timeOffset="209868.55">25490 12028 1468 0,'0'0'909'0,"0"0"-609"0,0 0-49 0,0 0 79 16,0 0-92-16,0 0-63 16,0 0-68-16,0 0-19 0,0 0-38 15,0 0-40-15,16 37 109 0,-9-18-27 16,-4 4-39-16,0 0 93 0,0-2-81 15,1 0-40-15,-1 0 37 16,0-6-62-16,0 1-34 0,4-2 6 16,-4-3 28-16,7-3-134 0,-4-2 132 15,7 0 2-15,-3-2-65 0,6-3 64 16,-3-1 1-16,0-3-84 16,0-5 49-16,-4 3 23 0,1-2-322 15,-3 3 40-15,-4-2-192 0,-3 2-729 16,3-1 169-16,-3 0 345 0</inkml:trace>
  <inkml:trace contextRef="#ctx0" brushRef="#br0" timeOffset="210214.68">25574 11955 2095 0,'0'0'601'0,"0"0"-212"0,0 0-121 0,0 0 8 16,0 0-58-16,0 0-111 0,0 0-91 16,0 0 18-16,0 0-34 15,36-22-50-15,-14 20 50 0,-2 2 0 16,-1 0-151-16,4 0 34 0,-1 0-139 16,4 0-988-16,-10-2-416 0</inkml:trace>
  <inkml:trace contextRef="#ctx0" brushRef="#br0" timeOffset="210820.23">25477 12136 339 0,'0'0'890'0,"0"0"-731"0,0 0-2 15,0 0 161-15,0 0-136 0,0 0-42 16,0 0-8-16,39-3-86 15,-26 1 5-15,6 1-40 0,1-1-11 16,-4 2-16-16,0-1-2 0,-3 1-15 16,3 0-35-16,0-1-201 0,-6 1-91 15,0-1-334-15</inkml:trace>
  <inkml:trace contextRef="#ctx0" brushRef="#br0" timeOffset="211432.25">26634 11727 2000 0,'0'0'191'0,"0"0"-55"0,0 0 71 0,0 0-84 16,0 0 2-16,0 0 41 0,0 0-134 15,0 0-13-15,-36 37 7 0,23-8 86 16,-3 5 35-16,-3 3 130 16,-1 8-62-16,-6 8-70 0,-6 5-42 15,0 5 39-15,-1 3-111 0,-2-1 12 16,6-6-71-16,3-9 28 0,10-6-191 15,3-6 147-15,6-10-63 0,4-4-246 16,3-8 178-16,0-9-97 16,3-1-488-16,7-6 215 0,6-11-181 0,10-7-1 15,0 1 415-15</inkml:trace>
  <inkml:trace contextRef="#ctx0" brushRef="#br0" timeOffset="211735.13">27008 12028 1163 0,'-3'37'615'15,"3"-1"-411"-15,-3 7 137 0,0-1-12 16,3 0-206-16,0-2 5 0,3-3-22 16,3-3-81-16,1-4-25 0,2-4-80 15,4-5 35-15,-3-4-58 0,6-4-281 16,-3-4 15-16,0-6-324 16,-3-3-667-16</inkml:trace>
  <inkml:trace contextRef="#ctx0" brushRef="#br0" timeOffset="212011.96">26814 12022 790 0,'0'0'788'0,"0"0"-476"15,0 0-179-15,0 0 10 0,0 0 32 16,0 0-59-16,0 0-22 0,0 0 74 16,-3-34-59-16,3 33-44 15,0 0 12-15,0 0 22 0,0 1-25 16,0 0-42-16,3 0 41 0,7 0-12 16,6 0-20-16,7 1 35 0,6 0-66 15,3 0 22-15,4-1-20 0,3 0-12 16,3 1-104-16,0-1-11 15,3 0-176-15,-3-1-880 0,-13 0-463 16</inkml:trace>
  <inkml:trace contextRef="#ctx0" brushRef="#br0" timeOffset="212652.31">27393 12101 1322 0,'0'0'104'0,"16"45"10"0,-7-21 133 0,-5-5-149 16,2-3-4-16,-3 0 10 16,1-2-91-16,-4-5-10 0,3-2-3 15,-3-4-1-15,0 1 1 0,0-3 55 16,0 1 13-16,-3-2 20 0,-1 0 9 15,1-4-58-15,-3-5 9 0,2-7 71 16,1 0 1-16,0-5 8 0,3 1-70 16,0 1-58-16,3-4 0 15,7-3-116-15,3 0 49 0,6 3-20 16,7 2-39-16,0 5 126 0,3 4 16 16,-3 4 191-16,-4 5-37 0,-5 3-22 15,-5 2-49-15,-2 0-32 0,-3 4-54 16,-4-1-1-16,-3 6 33 0,-3 4-19 15,-7 3-14-15,-3-2 13 16,0 0-25-16,-6-3-118 0,3 0 118 16,-4 1 0-16,-2-2-13 0,2 1 13 15,4 0 0-15,3 2-10 0,3-3 10 16,7 2 0-16,0 2-6 16,3-4 6-16,3 2 0 0,7-3 2 15,0 1 1-15,2-4 1 0,1-2 12 16,4 0 3-16,-1-2-19 0,-3 0-83 15,3-1 35-15,0-3-116 0,-3 1-801 16,3-5 295-16,-6 0 18 16</inkml:trace>
  <inkml:trace contextRef="#ctx0" brushRef="#br0" timeOffset="212995.27">27745 12337 460 0,'0'0'746'0,"0"0"-596"0,0 0-13 15,0 0-4-15,0 0-42 16,0 0 71-16,0 0 127 0,0 0-221 16,0 0 20-16,6-50 102 0,-6 31-73 15,0 1-27-15,0-4-77 0,0 1 45 16,0-3 3-16,0-1-58 16,3-3 29-16,4 2-3 0,2 4 35 15,8 7 10-15,-1 2-16 0,-3 6 28 16,3 6 70-16,0 1-19 0,-3 7-42 15,3 3 32-15,0 5-17 0,-3 2-16 16,3 3 22-16,-3 3-109 0,0-1 38 16,-3 1-17-16,-1-2-28 0,-2 2-25 15,-1-3 24-15,-2-4 1 0,2 2-161 16,-3-4 123-16,-3-1-66 16,0-3-228-16,0-3 195 0,0-2-51 15,-3-2-317-15,-3 1 59 0,-4-3-142 16,0 0-963-16</inkml:trace>
  <inkml:trace contextRef="#ctx0" brushRef="#br0" timeOffset="213170.06">27738 12175 1366 0,'0'0'763'0,"0"0"-607"0,36-5 138 15,-17 2-152-15,4-2-49 0,-1 3-19 16,1 0-42-16,3 0-32 0,-4-2-160 15,1 2-69-15,0 1-186 0,-4-2-840 16,-3 1 430-16</inkml:trace>
  <inkml:trace contextRef="#ctx0" brushRef="#br0" timeOffset="213418.33">28236 12126 1900 0,'0'0'457'0,"-39"51"-111"0,16-22-208 15,1-1-83-15,2-3 63 0,1-3-2 16,6-6-116-16,0-1-7 16,0-1-12-16,3-5-74 0,4-3-241 15,3-5 166-15,3-1-78 0,0-1-335 16,0-5 109-16,3-9-7 0,7-6 20 15,3-4 384-15,-4-1 49 0,1-4-131 16</inkml:trace>
  <inkml:trace contextRef="#ctx0" brushRef="#br0" timeOffset="213619.25">28174 12100 398 0,'0'0'577'16,"0"0"224"-16,45 8-347 0,-32 6-99 16,0 1 192-16,0 2-343 0,0-1-115 15,0-1-79-15,3-3 60 16,-6-2-32-16,6-1-38 0,-3-2 60 15,0-3-28-15,0-3-4 0,0-1 105 16,-4 0-17-16,-2-1-25 0,-1-5 63 16,4-1-57-16,0-4-26 0,-4-2 94 15,1-2-131-15,-4 1 21 0,-3-2-73 16,0-3 18-16,-3 0-369 16,-4 0 168-16,1-1-38 0,-4 2-541 15,7 7 70-15,3 5-333 0</inkml:trace>
  <inkml:trace contextRef="#ctx0" brushRef="#br0" timeOffset="213933.93">28610 12011 1079 0,'0'0'606'0,"0"0"-321"0,0 0-32 16,0 0 64-16,0 0-20 0,0 0-79 15,0 0-115-15,0 0-68 16,0 0-35-16,0 0-55 0,-39 33 55 15,27-19 0-15,5 2-50 0,4 2 21 16,3-3-9-16,6-2-46 0,4 2 84 16,3-3-19-16,3 1-22 0,-3-3 41 15,3 2 0-15,-3-4-12 0,0 0 12 16,-3-1 0-16,-4 2 3 16,1-2 29-16,-1 2-6 0,-3 2 15 15,-3 0 36-15,0-2-12 0,-3-2 8 16,-7 0 32-16,-3 1-22 0,-3-2-41 15,-3 1 24-15,0 1-66 0,-1-5-35 16,4-2 23-16,3-1-1 0,3 0-188 16,4-1 73-16,3-1-193 15,3-4-731-15,0 3-39 0,3-5 466 0</inkml:trace>
  <inkml:trace contextRef="#ctx0" brushRef="#br0" timeOffset="214252.26">28772 12298 1258 0,'0'0'410'0,"0"0"220"0,0 0-414 16,0 0-28-16,0 0 152 0,0 0-161 15,0 0-57-15,0 0-36 16,0 0 22-16,6 28-1 0,-6-34 35 16,0-4 59-16,0-6-46 0,0-4-109 15,0-3 82-15,3 0-128 0,-6-3 56 16,0-4-44-16,3-5-12 0,0 0-37 15,3-1 34-15,4 4 3 0,9 4-171 16,3 5 168-16,4 9-47 0,-4 3-23 16,1 6 73-16,-1 3 0 15,0 2-28-15,1 0 28 0,-1 3 0 16,-3 3-74-16,-3 1 55 0,-3 3-9 16,-4 0-263-16,-2 1 91 0,-4 0-119 15,-4 1-396-15,1-4-5 0,-3-2-679 16</inkml:trace>
  <inkml:trace contextRef="#ctx0" brushRef="#br0" timeOffset="214401.02">28827 12091 2550 0,'0'0'592'16,"0"0"-452"-16,0 0-73 0,38 0-57 15,-18-2 72-15,-4-3-82 0,3 2-51 16,1 1-35-16,-1-1-92 0,0 0-330 15,-2 1 188-15,2 0-34 0,-3 1-355 16,-3 1 211-16,0-1-53 0</inkml:trace>
  <inkml:trace contextRef="#ctx0" brushRef="#br0" timeOffset="214684.06">29121 12057 691 0,'0'0'642'0,"0"0"-118"16,0 0 130-16,0 0-538 0,0 0-41 15,0 0 50-15,-33 48 26 0,27-26 25 16,-1-2 79-16,4 0-32 0,0-3-34 15,3-1-13-15,0-4-3 16,0-5-92-16,3-1-53 0,0-3 37 16,7 1-37-16,3-4-3 0,3 0 71 15,3-7-38-15,-2-5-51 0,-1-4 150 16,0 1-50-16,-3-1-61 16,-7-1 138-16,1 1-89 0,-7-2-86 15,0 2 146-15,-7-2-112 0,-2 5-4 16,-1-2 73-16,0 7-112 0,1 2 25 15,2 3-25-15,1 1 0 0,2 2-271 16,-2 0 235-16,-1 0-111 0,1 3-350 16,0 2 234-16,2-1-91 15,1 1-450-15,0 1 231 0,3-2-467 0</inkml:trace>
  <inkml:trace contextRef="#ctx0" brushRef="#br0" timeOffset="-214328.78">29285 12200 1133 0,'0'0'667'0,"0"0"-452"16,0 0-30-16,0 0-11 16,0 0-80-16,0 0-3 0,0 0 21 15,0 0-35-15,0 0 13 0,0 0 13 16,-6 21-30-16,3-30 11 0,3-8 101 15,0 1-54-15,0-3-52 0,0-2-69 16,0 2-20-16,3-2 4 0,3-2-169 16,7 2 174-16,3 2-12 15,7 5-73-15,3 3 86 0,3 5 67 16,-3 3 102-16,-4 2 8 0,1 1-38 16,-4 4 15-16,-3 2 39 0,-3-2-75 15,-3 3-109-15,-7 0 85 0,1 0-94 16,-4 0-97-16,0 0 97 0,-7 1-62 15,4-1-180-15,-4-1 211 16,-2 2-26-16,-1 1-104 0,-3 0 160 16,3-2-15-16,1 0-12 0,2 1 28 15,1 1 0-15,-4 2 16 0,4 2-1 16,-1 1-15-16,4-5 23 16,0 1 5-16,3-1 38 0,0 1-63 15,3-2 57-15,0-3-60 0,0 1-38 16,-3-2 35-16,7 1 3 0,-4 1-142 15,4-1 95-15,-1-1-58 0,-3-2-243 16,4-1 66-16,-1-1-166 0,1-2-474 16,-1-2 144-16,1-4 43 0</inkml:trace>
  <inkml:trace contextRef="#ctx0" brushRef="#br0" timeOffset="-214075.96">29660 12068 1150 0,'0'0'650'0,"0"0"-237"0,3 45-42 0,-3-29 163 0,-3 2-218 16,-4 1-82-16,4-2-98 16,-3 0-63-16,-1 0-73 0,4-4-86 15,-3 1 30-15,2-5-106 0,1-1-165 16,3-5 170-16,0 1-13 0,-3-1-223 15,3-1 54-15,0-2-38 0,0-2-459 16,0-5 298-16</inkml:trace>
  <inkml:trace contextRef="#ctx0" brushRef="#br0" timeOffset="-213814.52">29624 12045 1461 0,'0'0'611'15,"0"0"206"-15,39 2-464 0,-23 5-38 16,0 2 57-16,1-1-177 0,-4 0-139 15,3-2-22-15,0 1 4 16,-3 0-38-16,3-3-22 0,-3-2 0 16,0-2 22-16,0 0-131 0,0-1 131 15,0 0 0-15,-4-2 10 0,1 0-10 16,-4 0 0-16,-2 2 25 16,-1 0-7-16,0 0-18 0,3 1 28 15,-2 0 44-15,-1 0 15 0,-3 6-25 16,0 5 121-16,-7 9-75 0,-2 3-105 15,2 1 77-15,-2-3-80 0,2-2-167 16,4-3 121-16,0 0-140 0,0-5-434 16,3-1 207-16,0-4-131 0,0-2-892 15,3-4 192-15</inkml:trace>
  <inkml:trace contextRef="#ctx0" brushRef="#br0" timeOffset="-213533.28">30115 12036 451 0,'0'0'1819'15,"0"0"-1344"-15,-9 33-61 16,-1-14-131-16,4 0-32 0,-1-1-65 16,-3 2-73-16,7 1-113 0,0-3-32 15,0 1 32-15,3-2 0 0,6 0-93 16,1-2 90-16,6-1-10 0,3-2 13 15,0-3 66-15,3-1-15 0,4-2-42 16,-1-2 77-16,1-2-86 0,-4-2 34 16,-2 0-68-16,-1-3-36 0,-7-4-414 15,-2 4 175-15,-1-5-198 16,-2 3-927-16</inkml:trace>
  <inkml:trace contextRef="#ctx0" brushRef="#br0" timeOffset="-213346.82">30096 12128 764 0,'0'0'736'0,"0"0"24"0,36 12-259 15,-20-8-116-15,-3-2 16 0,3-1-246 16,-3-1-130-16,0 0 13 16,-1-1-16-16,-2-4-22 0,-3 2-142 15,-4 1-35-15,0-3-100 0,0 1-534 16,-3-1 286-16,0-4-51 0,0 4-457 15</inkml:trace>
  <inkml:trace contextRef="#ctx0" brushRef="#br0" timeOffset="-212870.5">30196 12068 745 0,'0'0'606'0,"0"0"109"16,0 0-417-16,0 0-11 15,0 0 125-15,0 0-176 0,-23-34-134 16,30 29-77-16,6-1 58 0,6 0-83 16,4 0-29-16,3 1 27 0,0 1 2 15,-4 2 0-15,1 1 54 0,-4 1 35 16,-3 1-57-16,-3 4 44 0,-3 2-36 15,-4 3-27-15,-2 2 100 16,-4 1-15-16,0 2 50 0,-7 0 73 16,1 1-73-16,-1-1-80 0,1 0 56 15,-4-2-124-15,4-2 9 16,-1-4-43-16,4-2 34 0,0-2-235 16,-4 3 204-16,4-3-65 0,0 0-192 15,0 0 266-15,3-1-12 0,0-2 34 16,0 0 37-16,3-7 24 0,0-4-61 15,7-5 122-15,-4-4-122 0,4-4 53 16,3 2-41-16,0 1-12 0,6 2 22 16,-3 3 46-16,4 4-15 15,-4 2-35-15,-3 3 106 0,3 3-22 16,-7 4-37-16,1 0 94 0,-3 0-137 16,-7 2 27-16,3 4 3 0,-3 2-52 15,0 5-47-15,-3 2 47 16,-4 0 0-16,1 4 58 0,-4-5-52 0,7 4-6 15,-4-3 9-15,4 5-9 16,0-5 0-16,3 1-15 0,0 0 15 16,3-5 0-16,4 2-3 0,2-1 3 15,1-3 0-15,3 0-24 0,0-4 8 16,3 1 16-16,0-5-227 16,0-1 178-16,0-1-93 0,1-4-330 15,2-1 220-15,-3-3-115 0,3-1-637 16,-2-2 362-16,-4-2-48 0,-1 3-288 15</inkml:trace>
  <inkml:trace contextRef="#ctx0" brushRef="#br0" timeOffset="-212642.87">30755 12009 1455 0,'0'0'513'0,"0"0"-91"16,0 0 77-16,0 0-309 0,0 0-98 16,0 0 33-16,0 0 28 15,0 0-42-15,-16 40 25 0,12-18-1 0,-2 0-50 16,3-2-28-16,3 1 72 15,0-1-51-15,3-2-47 0,3 2 81 16,1-6-112-16,3 3 53 0,-1-4-31 16,4-2-22-16,3-3-99 0,-3-2 71 15,7-4 21-15,-4-2-247 0,0 0 179 16,0-3-51-16,-3-4-371 16,-3 3-96-16,-1-2-518 0</inkml:trace>
  <inkml:trace contextRef="#ctx0" brushRef="#br0" timeOffset="-212472.21">30807 12125 2229 0,'0'0'504'15,"0"0"-173"-15,0 0-95 0,0 0 101 16,0 0-3-16,0 0-124 0,38 16-210 16,-22-12-46-16,1-2 45 0,2-2-76 15,-6-3-273-15,0-3 94 0,0-1-188 16,-7 0-544-16,-3-2-436 0</inkml:trace>
  <inkml:trace contextRef="#ctx0" brushRef="#br0" timeOffset="-212318.37">30871 11949 2174 0,'0'0'469'0,"0"0"-106"15,0 0-136-15,36-7-45 0,-14 6-42 16,1 1-93-16,3 0-47 0,-4 0-117 15,1 0 94-15,0 1-50 0,-1-1-131 16,-2-1 112-16,-4-2-259 0,-3 0-1440 16</inkml:trace>
  <inkml:trace contextRef="#ctx0" brushRef="#br0" timeOffset="-211795.93">31268 12490 4371 0,'0'0'478'0,"0"0"-478"0,0 0-126 16,0 0 111-16,0 0 15 15,0 0-170-15,0 0 118 0,0 0-324 0,0 0-1170 16,-6-36-126-16</inkml:trace>
  <inkml:trace contextRef="#ctx0" brushRef="#br0" timeOffset="-134463.08">26592 12870 152 0,'0'0'173'0,"0"0"-49"0,0 0 36 16,0 0 303-16,0 0-144 0,0 0 129 16,0 0-149-16,0 0-46 0,-17-33 95 15,14 28-148-15,0 2-59 0,0 1-84 16,-4 2-57-16,-2 0-19 15,-4 5-148-15,-7 6 106 0,4 5 0 16,-3 0-32-16,3 5 74 0,-4 1-4 16,1 4-17-16,-1 2 40 0,1 2 0 15,3 6-13-15,0 1 13 16,0-1 0-16,6 2 23 0,3 2 16 16,7-3-17-16,0-3-22 0,4-1 3 15,5-5 10-15,4 1-12 0,7-4-1 16,-1-3 0-16,0-2 0 15,7-4-6-15,-3-1-29 0,0-7-648 16,-4 1-117-16,-6-7-418 0</inkml:trace>
  <inkml:trace contextRef="#ctx0" brushRef="#br0" timeOffset="-134124.85">26824 13017 1580 0,'0'0'166'0,"0"0"-143"0,0 0 256 0,0 0-133 0,23 51-39 0,-20-28 23 16,3 6-59-16,-2-2-10 0,-1 0 10 15,0 2-26-15,0-2-22 0,1-1-17 16,-1-2 8-16,0-3-14 0,3-3-39 16,1-1-9-16,-4-3-126 0,4-6-497 15,-4-3 111-15,0-4 35 0</inkml:trace>
  <inkml:trace contextRef="#ctx0" brushRef="#br0" timeOffset="-133891">26640 13102 2002 0,'0'0'165'0,"0"0"0"0,0 0 126 16,0 0-139-16,42-20 5 0,-16 13 83 16,-4 0-89-16,4 1-43 0,3 0-48 15,-3 2 26-15,0-2-86 0,0 4 15 16,0 0-43-16,0 1-4 0,-4 1-280 16,4 0 108-16,0 2-79 0,-4 0-442 15,-5-1 23-15,-4 1-428 0</inkml:trace>
  <inkml:trace contextRef="#ctx0" brushRef="#br0" timeOffset="-133321.47">27147 13228 810 0,'0'0'355'0,"19"44"-95"16,-9-25-113-16,-7-6-72 0,1-1 64 16,-1-7-67-16,0 1-4 0,-3-4-29 15,0 0-13-15,0 2-3 0,0-3 16 16,0-1-17-16,0 0 50 0,-6-5-33 16,-1-2-39-16,-3-9-185 0,-2-1 66 15,-5-6 119-15,4 0 35 16,1-3-2-16,2 0 19 0,0-2-20 15,10-1 33-15,0 2-45 0,10 3 96 16,6 4 159-16,0 1-113 0,4 5 27 16,2 3 205-16,-2 3-139 15,-1 6-68-15,-3 2-61 0,-3 0-22 16,0 4-70-16,0 4-9 0,-3 2 19 16,-4 2-44-16,0 1-15 0,-6 4-11 15,0-2 26-15,-3 5-238 0,0-1 127 16,-7 0-54-16,4 1-198 15,-7-3 177-15,3 0 18 0,1-4-93 16,-4 1 193-16,3-4 26 0,3 0-19 16,1-3 12-16,0-4-45 0,6-1 20 15,-4 1 74-15,4 1 74 0,0-3 111 16,0 0-85-16,4 1 29 0,-1-2 132 16,10 1-55-16,0-1-34 0,3 0 7 15,0 0-52-15,0 0-118 16,0 0 29-16,0 0-39 0,1 0 1 15,-1 0-190-15,0 0 62 0,0-1-111 16,0-1-373-16,-6 0 5 0,3-3-196 16</inkml:trace>
  <inkml:trace contextRef="#ctx0" brushRef="#br0" timeOffset="-132842.89">27609 13135 417 0,'0'0'704'0,"0"0"-378"0,0 0-17 16,0 0-75-16,0 0-49 0,-3 37 64 16,-4-16-110-16,-6 0-13 0,0-1 45 15,1-4-33-15,2 2-48 0,0-3-83 16,0-3-7-16,7-3-37 0,-3-1-210 16,3-4 89-16,3-4-32 0,0 0-264 15,0-1 253-15,3-9-14 0,3-4-263 16,1-5 368-16,2-3 110 15,-2-1 186-15,-4 0-17 16,4-2-71-16,-4 0-33 0,3-1-65 0,4 1-1 16,0 2 1-16,3 6 71 0,-4 2 21 15,1 9 271-15,0 1-78 203,-4 4 3-203,1 1 133 0,-4 5-229 0,6 2-48 0,-2 11-49 0,6 2 7 0,-7 3-23 0,4 0-51 0,-4-2 48 0,1 0-76 0,-1 1 35 0,1 0-35 0,-1-2 0 16,4 2-96-16,-4-1 64 0,4-4-72 0,0 2-214 0,-1-5 113 0,-2-2-100 0,-4-4-595 0,0-5 77 0,-3 0-159 0</inkml:trace>
  <inkml:trace contextRef="#ctx0" brushRef="#br0" timeOffset="-132723.98">27519 13190 1949 0,'0'0'305'0,"0"0"-137"0,0 0 171 0,48-6-102 0,-29 6-25 0,1 0-50 0,-1 0-57 16,1 0-98-16,2 0 28 0,4 0-61 15,0 0 26-15,0 0-271 0,-1-2 19 16,5 0-131-16,-1-1-840 15,-10-2-48-15</inkml:trace>
  <inkml:trace contextRef="#ctx0" brushRef="#br0" timeOffset="-132324.9">28016 13082 646 0,'0'0'951'16,"-7"37"-581"-16,1-14 13 0,-4-3 68 16,1 3-245-16,2-2-52 0,-3 0-87 15,4-1-26-15,0-4-41 16,2-5-236-16,1-2 24 0,3-6-78 15,0 1-365-15,0-4 281 0,0 0-42 16,3-5-24-16,-3 0 316 0,7-11-225 16</inkml:trace>
  <inkml:trace contextRef="#ctx0" brushRef="#br0" timeOffset="-132079.6">27967 13080 637 0,'0'0'385'15,"0"0"38"-15,0 0 269 0,0 0-446 16,30 49-42-16,-21-21 18 15,4-4-103-15,-3-2-45 0,0-1-68 16,2-4 33-16,1 1-39 0,0-5-9 16,3-2 8-16,1-7 1 0,-4 0 0 15,-1-4 6-15,-2 0 23 0,-3 0 29 16,-4-4 124-16,7 0-10 0,-4-7 78 16,0-2-24-16,-2-6-71 0,-4-2-105 15,0 1 40-15,-10-6-90 16,-3 0-275-16,-3 0 143 0,0-2-38 15,0 5-313-15,3 5 88 0,3 3-31 16,7 7-135-16,0 2 363 0,3 5-13 16,0 0-340-16,3 1 43 0</inkml:trace>
  <inkml:trace contextRef="#ctx0" brushRef="#br0" timeOffset="-131705.15">28355 12983 1431 0,'0'0'237'0,"0"0"-19"0,0 0 126 15,0 0-124-15,0 0 12 0,0 0 6 16,0 0-196-16,0 0-42 0,0 0-135 16,-42 29 106-16,29-11-3 0,0-1-26 15,0 4 56-15,7-4-24 0,-1 1-25 16,4-1 49-16,3-2 0 15,0-1-59-15,7-2 42 0,2-2 2 16,1 0 17-16,3 1 13 0,0-6 23 16,3 2 19-16,-3-1 3 0,3-1-3 15,-6-1-7-15,-1 1-10 16,-5-4-15-16,-1 1 16 0,0 1 31 16,0 1-9-16,-3 0 6 0,-3 0 36 15,-3 4-14-15,-7 2-19 0,0-1 0 16,-3 1-57-16,0-4 16 15,-1 1-29-15,4-4 0 0,1 3-182 16,2-4 45-16,0-1-94 0,4-1-401 16,2 0 18-16,4 0-439 0</inkml:trace>
  <inkml:trace contextRef="#ctx0" brushRef="#br0" timeOffset="-131330.23">28529 13224 153 0,'0'0'1341'0,"0"0"-1058"0,0 0-33 16,0 0 184-16,0 0-273 0,0 0-48 15,0 0-4-15,0 0-73 16,0 0-33-16,0 0 7 0,30 32 34 16,-27-34 11-16,-3-3 28 0,0-6-9 15,3-4-52-15,0-4-15 0,0-3 31 16,-3 1-38-16,4-3-10 15,-4-2-5-15,0-6-33 0,6-1-183 16,1 2 121-16,6 3-21 0,6 6-14 16,-3 8 100-16,3 2 45 0,1 7 142 15,-7 4 39-15,3 1-18 0,0 8 20 16,-3 4-62-16,3 6-28 0,-6 5-52 16,-1 2 16-16,1 2-57 0,-3 1 26 15,-4-1-4-15,0-1-15 0,-3-3 12 16,3 3 34-16,-3-6-53 15,0 0 13-15,4 0-38 0,-1-3 25 16,-3-2-290-16,0 0 67 0,0-6-108 16,0-4-628-16,0 0 133 0</inkml:trace>
  <inkml:trace contextRef="#ctx0" brushRef="#br0" timeOffset="-131112.47">28601 13109 2061 0,'0'0'521'16,"0"0"-253"-16,54 0 49 0,-31 0 53 15,6 0-190-15,0 0-86 0,-3 0-81 16,3 0 41-16,0-3-54 0,-3 1-118 16,3-1 49-16,-3 0-131 0,-3-3-372 15,-1 2 89-15,1-4-257 0,-10 4-956 16</inkml:trace>
  <inkml:trace contextRef="#ctx0" brushRef="#br0" timeOffset="-130795.39">29049 12998 1187 0,'0'0'328'16,"0"0"-97"-16,-19 56 305 0,13-34-268 15,-1 1-62-15,4-3 51 0,0 0-151 16,3 0-106-16,0-2 23 15,0-3-26-15,3-5 3 0,-3-4-150 16,3 0 89-16,4-4-19 0,-1-2-4 16,7 0 58-16,3-5-13 0,0-5-79 15,-3-3-4-15,3-3-44 0,-9 4-103 16,-1-1 45-16,1 1 46 0,-4-1-83 16,0 3 145-16,-3 3 116 0,0 4 202 15,0 3 71-15,0 0 49 0,0 0 157 16,0 3-228-16,-3 6-112 15,0 10-43-15,0-1 23 0,3 3-52 16,-4 0-61-16,4-4 16 0,0-3-22 16,4-1-182-16,2-1 15 0,0-4-181 15,1-3-755-15,3-2-34 16</inkml:trace>
  <inkml:trace contextRef="#ctx0" brushRef="#br0" timeOffset="-130414.33">29395 12915 1828 0,'0'0'279'0,"0"0"25"16,-48 24-168-16,28-11-23 0,1-1-17 15,0 2-96-15,6 2 0 16,0-2-140-16,6-1 10 0,7-2-47 15,0-1-99-15,3-1 166 0,10-2 29 16,0 1 20-16,3-5 61 0,1 2 68 16,5-3 143-16,1 1-110 15,-1-2-17-15,4 4 113 0,-6-2-32 16,2 1-4-16,-2 2 115 0,-11-2-106 16,1 0-90-16,-4 0-45 0,-2 1 51 15,-4 3-19-15,3 4-1 0,-6 1 64 16,-4 4-35-16,-2-5-36 15,-4 2 51-15,3-2-81 0,-6-1-4 16,3 2 19-16,3-4-44 0,4-1-98 16,-4 1 98-16,4-2-78 0,2 0-244 15,-2-2 147-15,3-1-141 0,3 1-639 16,-4-3-142-16</inkml:trace>
  <inkml:trace contextRef="#ctx0" brushRef="#br0" timeOffset="-130148.7">29676 13006 792 0,'0'0'583'15,"0"0"-322"-15,10 39 47 0,-10-22 149 16,3 1-198-16,0 4-47 0,-3 0 51 16,0 2-141-16,0 0-33 0,0-1-54 15,0 0 25-15,0-2-60 0,0 1-171 16,0-2-59-16,-3-4-198 0,0-5-1172 16</inkml:trace>
  <inkml:trace contextRef="#ctx0" brushRef="#br0" timeOffset="-129761.7">29547 13132 150 0,'0'0'2017'0,"32"-9"-1826"16,-6 5 71-16,3-2 31 0,-3 3-174 15,3-2-75-15,-3 3-24 0,0 0-40 16,3-1 17-16,-7-1-173 15,-2 3 86-15,-1 0-4 0,-3 1-54 16,-3 0 103-16,-3-1 25 0,-7 1 20 16,0 0 7-16,1 0 45 0,-4 1 102 15,0 4-15-15,0 0-36 0,-4 4 31 16,-2 5-60-16,-1 5-36 0,1-2-31 16,0 2 53-16,2-3 14 15,1-4 18-15,3 2 32 0,0-8-99 0,3 1 7 16,4-3-13-16,-1-2 9 15,4-1-18-15,3-3 113 0,3-4-23 16,3-5-12-16,-3-5 67 0,1 2-46 16,-4-1-69-16,-4-2 81 0,1 0-121 15,-4-3 56-15,-6 0-81 16,4-2 25-16,-4-1-308 0,-7 4 154 16,1-2-22-16,-4 6-271 0,4 5 51 15,2 5-133-15,1 3-399 0,3 1-148 16</inkml:trace>
  <inkml:trace contextRef="#ctx0" brushRef="#br0" timeOffset="-129594.95">30009 13121 258 0,'0'0'766'0,"0"38"-229"16,-3-19-391-16,-1-3-16 0,-2 0-19 15,-1-3-111-15,1-3 0 16,3-5-163-16,-4-2-77 0,7 1-171 15,-3-3-674-15</inkml:trace>
  <inkml:trace contextRef="#ctx0" brushRef="#br0" timeOffset="-129333.93">29983 13062 766 0,'0'0'613'0,"29"-4"-330"15,-10 14 107-15,-6 1 253 16,3 2-293-16,-3 4-84 0,4-3-40 15,-8 0-87-15,4-2-54 0,0 1-76 16,-3-3 48-16,-1-2-57 0,1-4 3 16,0 1-3-16,-1-3 0 0,-2-1 26 15,-1-1 58-15,4 0-5 0,-3-4-28 16,-1-4 120-16,0-4-46 0,-2-2-85 16,-4-3 65-16,0 0-105 0,-10-4-232 15,0-2 170-15,1-5-95 16,-8 2-355-16,1 1 175 0,7 4-180 15,2 6-591-15,7 5 509 0,3 3 149 16,1 4-87-16</inkml:trace>
  <inkml:trace contextRef="#ctx0" brushRef="#br0" timeOffset="-129024.39">30335 12898 462 0,'0'0'1072'0,"0"0"-633"15,0 0-102-15,0 0 12 16,32 8-195-16,-28-6-44 0,-1 0-40 15,-3 5 1-15,0-4-30 0,0 4-18 16,-3 0 31-16,-1 5-54 0,-2 5-6 16,-4 0 2-16,7 0-21 0,0-1-110 15,3-1 71-15,0-5-55 0,0-1-119 16,6 0 151-16,1-2 32 0,2 0-36 16,1 3 90-16,6-1 1 0,-3 1 8 15,-3-3 105-15,-1 0 77 0,-2-1 141 16,-4-1-126-16,0-1-58 15,1 2-7-15,2-1-45 0,-6 2-66 16,0-2-17-16,0 3 20 0,-6 1-32 16,-4 0-146-16,-6-1 121 0,3 0-42 15,-3 0-162-15,3-5 110 16,0 0-60-16,0-2-311 0,3-1 0 16,7 0-261-16</inkml:trace>
  <inkml:trace contextRef="#ctx0" brushRef="#br0" timeOffset="-128608.28">30580 13012 899 0,'0'0'664'0,"0"0"5"16,42 16-365-16,-32-7-1 0,-3 2 123 16,-4 4-213-16,3-2-38 0,-6 1 23 15,0 1-25-15,4-1-63 16,-4-2-47-16,0-4 43 0,3-1-106 15,-3-4-50-15,0 2 19 0,3-2 31 16,-3-2-192-16,0 0 161 0,0-1-60 16,0-2-123-16,0-8 160 0,0-5-89 15,-6-5-178-15,2-4 244 16,-5-2-13-16,2-3-80 0,-3 4-30 16,4-2-146-16,6 6 35 0,0 5 311 15,3 5 120-15,7 5 136 16,0 2-146-16,3 4 45 0,-1 0 193 15,1 7-64-15,4 3-57 0,-5 4 54 16,1 1-117-16,-3 3-67 0,3 2-75 16,-7-4 98-16,1 3-86 0,-1-3-9 15,-6 2 50-15,7-2-75 0,-7 2 46 16,0-4 1-16,-3 1-47 0,-1 0 43 16,-2-1-18-16,-1-5-25 0,4-4-90 15,-7 4 87-15,4-7-75 0,0 2-260 16,-4 0 165-16,3-4-93 15,-2 0-489-15,2-2 109 0,-2-8-462 16</inkml:trace>
  <inkml:trace contextRef="#ctx0" brushRef="#br0" timeOffset="-128202.16">30855 13122 103 0,'0'0'1506'0,"0"0"-1168"0,19 35-27 15,-15-31-146-15,-4 1 22 0,3-3 52 16,0 0-149-16,0 0-55 0,4 2-26 16,-1-4 46-16,1 0-7 0,-1-4-16 15,1-1 32-15,2-4-19 0,1-5-20 16,0-2 71-16,-4 0-26 0,1-6-51 16,-1 2 32-16,-3-5-51 0,4-1-146 15,2 1 95-15,1 3-13 16,6 4 57-16,-3 7 7 0,3 5 87 15,-3 2 14-15,-3 4 8 0,3 4 30 16,0 4 78-16,-4 7-15 0,-2 0-80 16,-1 1-104-16,-2 5 91 0,-1 0-96 15,0 1 33-15,-3 2-12 16,3-2-34-16,1 1 4 0,-4 1-4 16,3-2 0-16,0 0-19 0,0-3 16 15,0-3 3-15,4-3-177 16,-4 3 164-16,0-9-74 0,-3 1-234 15,4-5 150-15,-4-2-136 0,0 0-477 16,0-1-211-16,-7-3-321 0</inkml:trace>
  <inkml:trace contextRef="#ctx0" brushRef="#br0" timeOffset="-128045.78">30939 13032 2258 0,'0'0'281'0,"0"0"-265"15,0 0 210-15,52 15 25 0,-33-10-50 16,0-2-57-16,4-1-62 0,0-1-82 16,2 0-25-16,-2-1-36 0,0-1-101 15,-4-2-332-15,-3 1-66 16,-3-4-509-16</inkml:trace>
  <inkml:trace contextRef="#ctx0" brushRef="#br0" timeOffset="-127832.36">31294 13022 1738 0,'0'0'545'15,"-6"40"-358"-15,6-20 39 0,-3 1 192 16,3-1-182-16,0-1-115 0,3-2-108 16,0-3 3-16,7 2-16 15,-1-5-89-15,1-4 89 0,3 1-67 16,0-5-218-16,-3 1 128 0,-1-4-91 15,1-3-506-15,-4 0 51 0,1-1-79 0</inkml:trace>
  <inkml:trace contextRef="#ctx0" brushRef="#br0" timeOffset="-127328.16">31172 12899 2829 0,'0'0'347'0,"0"0"-319"0,0 0 23 15,0 0 10-15,0 0 76 0,48 1 53 16,-22 3 25-16,3-3-131 0,3 0-55 16,-3 1 2-16,4-1-31 0,-1 1-103 15,-3 3 77-15,0-3-118 0,-3 3-275 16,-10 2 153-16,3 4-58 0,-6 3-148 16,0 2 255-16,-3 1 12 0,-7 2 27 15,0-1 158-15,1 2 20 16,-4 1 224-16,0-2-61 0,-4 0-34 15,1 0 69-15,0-3-114 0,0 3-16 16,-4-6 6-16,4 0-48 0,3-2-23 16,-3-3 1-16,3-5-4 0,0 1 0 15,0-2 1-15,0-1 15 16,0 0 29-16,0-1 122 0,3-1-16 16,3-6-45-16,4-3-20 0,0-6-86 15,-1-4-9-15,1-3-132 16,0 0 125-16,0-2-71 0,-1-2-127 15,-2-3 166-15,2 2 6 0,-2 7 42 16,3 4 42-16,-1 7-23 0,7 7 193 16,-3 2-19-16,0 2-37 0,0 8 64 15,0 5 40-15,0 2-46 0,3 4-104 16,-6 1 9-16,0 2-100 0,-1 1 22 16,1-1 2-16,0 2-43 0,-1-3-6 15,-2 1 3-15,-1-2 3 0,1-2-168 16,-1-3 168-16,-3-1-45 15,1-3-147-15,-4-6 139 0,0-1-64 16,0-3-238-16,0-1 112 0,0-1-114 16,-7 0-650-16,1-5-323 0</inkml:trace>
  <inkml:trace contextRef="#ctx0" brushRef="#br0" timeOffset="-127113.31">31598 13033 3097 0,'0'0'220'0,"0"0"-153"0,0 0-64 16,0 0 121-16,0 0 22 0,42 21 53 16,-20-8 2-16,8-2-144 0,-8-2-23 15,4-4 0-15,-7 0-34 0,4-2-151 16,3-2 101-16,-4-1-110 0,-2-1-280 16,2-2 194-16,-2-4-39 0,-4 2-322 15,3-2 185-15,-3-2-203 16,-6 3-431-16</inkml:trace>
  <inkml:trace contextRef="#ctx0" brushRef="#br0" timeOffset="-126873.03">32079 12643 2425 0,'0'0'236'16,"49"31"-59"-16,-24-4 354 15,4 3-271-15,1 10-26 0,-1 4 15 16,-4 5-31-16,-5 5-57 0,-4-1-99 16,-3 0 67-16,-3 1-129 0,-7-5 55 15,-3-3-15-15,0-4-40 0,-7-1-43 16,1-6-3-16,-4-5 31 0,1 1-211 16,-1-3 211-16,-3-4-69 0,3-7-244 15,1 0 193-15,-1-7-54 16,3-5-412-16,1-2 86 0,-1-2-305 15</inkml:trace>
  <inkml:trace contextRef="#ctx0" brushRef="#br0" timeOffset="-112265.15">28197 13829 822 0,'0'0'62'15,"0"0"521"-15,0 0-297 0,0 0 19 16,0 0-120-16,0 0-27 0,0 0 39 15,42-25-106-15,-26 12-14 0,3-1-32 16,1-2 0-16,-4 3-45 0,-3-1 16 16,3 4-16-16,-6 0 13 0,-1 1-10 15,-2 4 55-15,-4 0 3 0,0 3 13 16,0 0 18-16,-3 2-50 0,4-1-41 16,-4 1-2-16,3 3-14 15,-3 4 12-15,3 5 3 0,-3 3 25 16,3 6-15-16,-3 1 54 0,0-1-45 15,4 1-3-15,-1 0 25 0,-3 1-22 16,3 0-3-16,-3 1 10 16,3-2-26-16,4-2 9 0,-4-1-9 15,0-1 0-15,4-4-73 0,-4-1 54 16,0-3-80-16,0-3-253 16,1-2 165-16,-4-2-74 0,3 1-459 15,-3 2 239-15,0-2 57 0,0-2-375 16</inkml:trace>
  <inkml:trace contextRef="#ctx0" brushRef="#br0" timeOffset="-112056.8">28287 14032 1206 0,'0'0'852'0,"0"0"-619"0,0 0-81 15,0 0 100-15,0 0-30 0,0 0-23 16,45 6-4-16,-25-4-62 0,-1-1-37 15,1 1-58-15,-1-2 22 16,4 0-60-16,-4 0-86 0,7 0-6 16,-4-3-147-16,-2-1-542 0,-4 2-332 15,-3-1-214-15</inkml:trace>
  <inkml:trace contextRef="#ctx0" brushRef="#br0" timeOffset="-111797.11">28794 13864 2047 0,'0'0'583'0,"0"0"-380"0,0 0-65 15,0 0-29-15,0 0-7 0,0 0-35 16,33 0-41-16,-17 0 5 16,3 0-31-16,1 0-42 0,5 0 23 15,-2 0 19-15,3 0-279 0,3-1 0 16,-3-2-261-16,-10 0-1325 0</inkml:trace>
  <inkml:trace contextRef="#ctx0" brushRef="#br0" timeOffset="-111404.24">29104 13835 1411 0,'0'0'524'0,"0"0"-200"16,0 0 48-16,0 0-321 0,0 0-15 15,36-38 60-15,-17 24 1 0,1-3-17 16,-1 1 7-16,-3 2 15 0,0 2-19 16,-6 0-67-16,6 1 48 15,-9 4-36-15,-1 3-12 0,-3 0 64 16,-3 1-33-16,4 2-43 16,-4 0 78-16,0 0-82 0,3 1-3 15,-3 3 1-15,0 6-1 0,-3 4 3 16,3 6 76-16,0 1-72 0,0 1 37 15,0-2-29-15,3 4-12 0,0-3 22 16,4 1-18-16,-1-1-4 0,0-2-28 16,4 3 27-16,0-2 1 0,-1-4-101 15,4 1 100-15,-3-6-66 0,0 0-190 16,-4-3 110-16,1-3-138 0,-7-2-510 16,3 3 119-16,-3-3-100 15</inkml:trace>
  <inkml:trace contextRef="#ctx0" brushRef="#br0" timeOffset="-111194.02">29143 13979 1662 0,'0'0'448'0,"0"0"-228"16,0 0 3-16,0 0 32 0,0 0-127 16,0 0-28-16,0 0 124 15,42 9 2-15,-13-8-58 0,0-1-86 16,4 0 22-16,2 0-66 0,1 0-23 15,-1-1 39-15,1 1-54 0,-4 1-146 16,0-1-31-16,-3 1-147 0,-3 2-602 16,-6-3-408-16</inkml:trace>
  <inkml:trace contextRef="#ctx0" brushRef="#br0" timeOffset="-41814.58">12752 10737 776 0,'0'0'3'0,"0"0"339"0,0 0 550 16,0 0-607-16,0 0-30 0,0 0 116 15,0 0-176-15,0 0-45 0,0 0 6 16,-7-2-32-16,7 2-41 0,0 0-61 16,0 0 35-16,0 0-57 0,0 0-104 15,0 0 102-15,3 0-27 16,1 0 25-16,-4 3 4 0,16-1 54 16,-3 2-41-16,6-2 82 0,-3 1-42 15,7-2-50-15,-4-1 95 0,4 0-79 16,-1 0 12-16,-2 0 10 0,6 0-41 15,-10 0-38-15,10 0 20 0,-7 0 18 16,0 1-186-16,-9-1 123 16,6 2-73-16,-3 0-314 0,-10-1 36 15,4-1-240-15,-4 2-798 0</inkml:trace>
  <inkml:trace contextRef="#ctx0" brushRef="#br0" timeOffset="-41327.78">13120 10565 1207 0,'0'0'388'0,"0"0"-171"0,0 0-38 0,0 0-95 16,0 0 20-16,0 0 61 0,32 3-81 16,-22 3-16-16,6 3 10 15,0 1-14-15,-3-1-6 0,0-1 29 16,0 3-13-16,-4-5-13 0,1 0 16 15,-3 2 3-15,-1-2-19 0,-3 1-19 16,7 1 18-16,-7-1-31 0,0-1-16 16,-3 2 28-16,0-1-2 0,0 1-4 15,0-1 70-15,0 1-14 0,-3 0-21 16,-3 2 31-16,-4-1-63 0,-3 5-19 16,3-2 31-16,-2 0-50 15,2-2 32-15,0 0-32 0,0-1 0 16,4-1-27-16,3 0 26 0,-4 2 1 15,1 0-148-15,6-1 98 0,-3-3-70 16,3-1-211-16,0 1 97 16,3-1-197-16,-3 0-1099 0</inkml:trace>
  <inkml:trace contextRef="#ctx0" brushRef="#br0" timeOffset="-40497.01">13695 10525 740 0,'0'0'678'0,"0"0"-366"0,0 0-10 15,0 0 132-15,0 0-243 0,0 0-56 16,0 0-26-16,0 0-45 16,0 0-32-16,0 0-16 0,6-10 52 15,4 4-11-15,3 1-15 0,0-1 63 16,3 1-9-16,0 2 53 0,-3 1 0 16,-3 2-58-16,-1 0-50 15,4 0 54-15,-6 0-95 0,-1 1 34 16,1 0-34-16,-1 2 0 0,-3-1-31 15,4 4 31-15,-4-1 0 0,3 1-14 16,-6 1 14-16,0 0 0 0,0 2 22 16,0-1-12-16,0 5-10 0,-3 3 28 15,-10-1-6-15,7 0-22 16,-4-2 6-16,0-2-6 0,4-1 0 16,-4-3-25-16,10 1 25 0,-6-3 0 15,3 0-54-15,-4 1 54 0,7 0 0 16,0 1-76-16,-3 1 73 0,0-2 3 15,3-1-85-15,0 0 84 0,3-1 1 16,0 0 0-16,-3-1 3 16,10 0 35-16,-4 0-13 0,4-1 126 15,-4-1-43-15,4 1-77 0,-3-2 53 16,-1 1-84-16,-3 0 28 0,4 0-28 16,-1 1 0-16,-3 0-126 15,-3 0 108-15,7 2-87 0,-4 2-273 16,0-1 92-16,1 1-266 0,-4 0-1554 15</inkml:trace>
  <inkml:trace contextRef="#ctx0" brushRef="#br0" timeOffset="-39955.3">13843 10972 1016 0,'0'0'866'15,"0"0"-571"-15,0 0-33 0,0 0 148 16,0 0-211-16,0 0-71 0,0 0-61 16,0 0 9-16,0 0-25 0,0 0-16 15,0-2 57-15,0 2-25 16,0 1-51-16,0 0 41 0,0-1-57 16,0 0 16-16,0 1-7 0,0-1-9 15,0 0 22-15,0 0 0 0,0 0-22 16,0 0 13-16,0 0-13 0,0 0 0 15,0-1-18-15,7 0 18 0,-7 0 16 16,3 1-7-16,0-1 73 16,-3 0-38-16,3 1-34 0,-3 0 65 15,0 0-50-15,0 0-9 0,0 0 76 16,0 0-20-16,0 0-57 0,0 0 82 16,0 0-97-16,0 1 40 15,0-1-15-15,0 0-25 0,0 0 41 16,0 0-1-16,0 0-40 0,0 0 37 15,0 0-31-15,0 0-6 0,0 0-96 16,0 0 93-16,0 0-106 0,0 0-494 16,0 0-424-16,0 0-629 0,0 0 707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6-03-09T12:38:14.226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15901 5167 228 0,'0'0'222'0,"0"0"1017"15,0 0-966-15,0 0-40 0,0 0 81 16,0 0-133-16,0 0-36 0,0 0 18 16,0 0-25-16,-10-3-13 0,4 6-58 15,-1 4 3-15,1 5-19 0,-7 3-35 16,-3 6 82-16,-1 2-25 0,1-1-70 15,0 1 63-15,-7-1-66 16,14-4-50-16,-4 1 24 0,0-1 26 16,0-5-123-16,7 0 94 15,2-2-31-15,1-4-141 0,0-3 140 0,3-3-60 16,0 2-223-16,0-2 134 0,0-1-16 16,3-4-219-16,4-5-62 15,5-8 11-15,-2 3-286 0</inkml:trace>
  <inkml:trace contextRef="#ctx0" brushRef="#br0" timeOffset="266.27">15859 5199 7 0,'0'0'463'16,"0"0"-346"-16,0 0-36 0,0 0-60 16,0 0-19-16,0 0-2 0,0 0 52 15,0 0-29-15,0 0 0 0,0 0 19 16,13 14-6-16,-10-8 13 0,-3-2 111 15,3 4-59-15,7 5 6 16,3 4 137-16,0 3 23 0,0 3 15 16,3 1 4-16,0-4-157 0,-6 3-13 15,12-2 16-15,-9 2-74 16,3-3-32-16,0-3-16 0,-3-1 19 0,-3-4-29 16,3-3-39-16,-10-3-48 15,7-2-29-15,-7-2-188 0,0-1-39 16,0-1-132-16,-3 0-678 0</inkml:trace>
  <inkml:trace contextRef="#ctx0" brushRef="#br0" timeOffset="551.08">15810 5330 952 0,'0'0'296'0,"0"0"-97"16,0 0 48-16,0 0-84 0,0 0-30 15,0 0-133-15,0 0-2 0,0 0-2 16,0 0 4-16,33 1 30 0,-17 3-1 16,3-2 65-16,-3 4-49 0,0-4-3 15,1 0 20-15,2 0-36 16,0 2-13-16,1-2 19 0,-4-2-32 15,0 0-71-15,0 0-793 0,-6-1-558 16</inkml:trace>
  <inkml:trace contextRef="#ctx0" brushRef="#br0" timeOffset="829.1">16188 5167 871 0,'0'0'390'0,"0"0"-302"16,0 0-82-16,0 0 33 0,0 0 0 16,0 0 36-16,29 46 48 0,-22-27 30 15,2 2 87-15,-2-3-116 16,-7 2-11-16,10 2 4 0,-7-1-66 15,0-1-47-15,3-2 41 0,-2 1-45 16,-1-2-53-16,0-3-316 16,-3-1-232-16,0-4-136 0</inkml:trace>
  <inkml:trace contextRef="#ctx0" brushRef="#br0" timeOffset="1034.86">16149 5432 805 0,'0'0'391'0,"0"0"-85"16,0 0 162-16,52 3-189 0,-36-3-43 16,0 0 64-16,4 1-177 15,-4-1-79-15,0 1-34 0,3 0 0 16,-2-1-10-16,-1 0-155 0,0 0-38 15,0 0-230-15,-6-1-894 0</inkml:trace>
  <inkml:trace contextRef="#ctx0" brushRef="#br0" timeOffset="1354.41">16114 5167 1433 0,'0'0'540'16,"0"0"-271"-16,0 0-104 0,0 0-72 15,0 0-5-15,0 0 15 0,48-12-32 16,-28 11-26-16,2 1-32 0,4-1 12 16,0-2-25-16,3-1-25 15,0 0-59-15,10 0-103 0,-4-2-747 16,-9 3-274-16</inkml:trace>
  <inkml:trace contextRef="#ctx0" brushRef="#br0" timeOffset="2049.88">17018 5143 903 0,'0'0'485'0,"0"0"-234"0,0 0-131 16,0 0-100-16,0 0 29 0,0 0 168 15,0 0-39-15,0 0-38 0,10 42 8 16,-4-22-86-16,-6 1-20 0,0-1-7 15,0-1 1-15,0 0-20 0,0 0-16 16,0-2 0-16,0 1-4 16,4-3-120-16,-1-3 30 0,0-2-26 15,-3-3-74-15,0-1 129 0,7-3 17 16,-4-1-17-16,0 2 42 0,0-2 10 16,4-2 9-16,-1 0 4 15,4-3 2-15,3-3 21 0,0 2-7 16,-4-1-5-16,4 2-11 0,-10 1-13 15,4 0 0-15,-1 0-33 0,-2 0-276 16,5 0-120-16,-5 0-598 0</inkml:trace>
  <inkml:trace contextRef="#ctx0" brushRef="#br0" timeOffset="2354.33">17206 5386 913 0,'0'0'410'0,"0"0"-218"0,0 0 65 15,0 0 32-15,0 0 87 0,0 0 88 16,0 0-316-16,45-43-81 0,-39 22-67 16,10 0 42-16,-6 4-23 15,-3-1-7-15,2 3 11 0,-6-2-23 16,4 6-20-16,-4 3 17 16,0 2 3-16,-3 2-57 0,0 2 55 15,7-1-46-15,-4 3-97 0,0 0 107 16,1 6 36-16,2 6 2 0,-3 3 3 15,4 5-3-15,-7-2 13 0,6 2-10 16,-3-1-3-16,4-1-4 16,-1 1 4-16,1-2 0 0,2-1-200 15,-2 0-71-15,3-2-150 0,-7-6-907 16,-3-1 636-16</inkml:trace>
  <inkml:trace contextRef="#ctx0" brushRef="#br0" timeOffset="2552.61">17231 5288 630 0,'0'0'795'0,"0"0"-362"0,0 0-284 0,0 0 4 15,42 1 18-15,-25 0-129 16,-1 3-42-16,0-1-13 0,-6-1-68 15,6 0-171-15,3-2-799 0,-9 0 75 16</inkml:trace>
  <inkml:trace contextRef="#ctx0" brushRef="#br0" timeOffset="3064.03">17525 5197 504 0,'0'0'359'0,"0"38"-124"15,0-13 123-15,4-1-85 0,-4 0 35 16,9-4 62-16,-2 0-251 0,2 1-41 16,4-5 20-16,3-1-60 15,1-3-28-15,-1-4 0 0,3-1 8 16,-3-4-18-16,4-3-26 0,-4 0 26 15,3-3 13-15,-6-4-10 0,0-1 29 16,-3 1-32-16,-4 2-35 16,-3-2-4-16,-3 3-3 0,0-4-41 15,0-2 83-15,-9 1 3 0,5 0 3 16,-8 3 27-16,5 2 5 0,-3 1-28 16,4 1 3-16,-1 2-10 0,4 0 3 15,-3 2 36-15,-1 2 23 0,4-1-1 16,-3 2-45-16,2-1-19 0,1-1-67 15,3 3 65-15,0-3 2 0,0-2-42 16,7 0 42-16,-1-1 13 16,4 0 3-16,3-2 16 0,-4-6-19 15,8 3-13-15,-5-2 32 0,-2 2-32 16,-3 0-6-16,-1 1 6 0,1 0 0 16,-4 0 3-16,3 1 0 0,1 0-3 15,-4 0-27-15,0-1 25 16,0 3-66-16,-3-1-254 0,7 0 28 15,-7-3-67-15,3 1-302 0,0 0 268 16,-3-1-9-16</inkml:trace>
  <inkml:trace contextRef="#ctx0" brushRef="#br0" timeOffset="3296.13">17826 5233 102 0,'0'0'509'0,"0"0"-170"0,0 0 42 16,0 0-209-16,0 0-54 0,0 0-47 15,0 0 43-15,0 0 77 0,0 0 49 16,0 0-214-16,22 12-3 0,-22-3 51 15,7 3-9-15,-4 2-4 0,0-2 18 16,4 0-14-16,-4 1-17 16,3-6-29-16,-2 0 10 0,-1-1-27 15,3-2 8-15,1 1 26 0,-1 0-8 16,-3 1-28-16,10 1 36 0,-9-2-23 16,8-2-13-16,-8-1 32 15,5 1-32-15,-2-2-48 0,-1-1-30 16,1 0-128-16,-1-3-412 0,-3-2 110 15,1 3-32-15</inkml:trace>
  <inkml:trace contextRef="#ctx0" brushRef="#br0" timeOffset="3455.16">17900 5250 427 0,'0'0'473'0,"0"0"-193"0,0 0 163 15,0 0-187-15,0 0-64 0,0 0-1 16,39 26-149-16,-39-26-3 16,13 1-29-16,-7-1-10 0,1-1-269 15,-4-4-860-15,0 1 174 0</inkml:trace>
  <inkml:trace contextRef="#ctx0" brushRef="#br0" timeOffset="4016.56">17952 5177 23 0,'0'0'570'0,"0"0"-191"0,0 0 142 16,0 0-310-16,32 0-36 0,-22 4 40 16,-4 1-124-16,4 5 22 0,-7 4 20 15,7 3-79-15,-4 0-15 0,-6 0 26 16,0-2 9-16,0-1 3 0,7-1-12 15,-7 1-36-15,0-6-10 16,0 1-13-16,0-6 7 0,0 2-13 0,0-2-135 16,0-1 45-16,0-1-59 15,0-1-177-15,0-2 121 0,3-9-48 16,0-9-375-16,0-4 380 0,4-1 144 16,-1 2-4-16,4 2 33 15,3 3 75-15,0 2 548 0,-4 3-67 16,8 4-68-16,-11 4 118 0,4 0-308 15,-4 3-40-15,1 2-3 0,-1 0-40 16,1 0-19-16,-1 2 48 0,1 3-20 16,-4 1-86-16,3 4-41 15,-3 5 6-15,-3-1-28 0,0 1 19 16,0-3-16-16,-3 0-3 0,-3-1-72 16,-1-2 68-16,4-3-46 0,-3 2-140 15,-4 2 107-15,0 0-60 0,-3 3-132 16,4-3 182-16,2-2 0 0,-3 2-76 15,7-3 76-15,0 0 25 0,3-3 68 16,0 4 0-16,0 0 55 16,6 4 74-16,1 2 45 0,3-3-27 15,3-1 52-15,-1-1-14 0,1-2-26 16,0 0-58-16,0-2 0 0,3 3-101 16,0-4 22-16,1 0-53 15,-1-2-14-15,3-1-390 0,1 0 99 16,-1-1-270-16,-3-1-1259 0</inkml:trace>
  <inkml:trace contextRef="#ctx0" brushRef="#br0" timeOffset="4835.09">18850 5139 806 0,'0'0'356'0,"0"0"-252"0,0 0 23 0,0 0 146 0,3 38-62 16,0-19 4-16,0 0 66 15,0-1-164-15,1 0 2 0,-1-4-16 16,3 0-61-16,1-3-32 0,-4-3-4 16,4-3 1-16,-4 0-7 0,0-4-13 15,0-1 13-15,4 0 16 0,-1-5 0 16,4-2 19-16,3-7-18 0,0-3-14 15,-4 0 26-15,-2-1-29 0,-1 2-2 16,1-1 1-16,-4 2-53 16,0 2-156-16,-3 4 91 0,3 3 16 15,-3 4-11-15,0-1 88 0,0 0 26 16,0 2 39-16,0 1-39 0,-3 2-32 16,3 3-159-16,-3 5 129 0,0 2 62 15,3 7 29-15,-3-1 26 16,3 1-12-16,0 1 34 0,3-2-18 15,0 3 9-15,0-1 48 0,7-2-80 16,-7 0-24-16,10-4-12 0,-3 1-54 16,-1-5-95-16,1-4-666 15,-3-1 245-15,2-4-219 0</inkml:trace>
  <inkml:trace contextRef="#ctx0" brushRef="#br0" timeOffset="5158.28">19169 5222 1882 0,'0'0'185'0,"0"0"-101"15,0 0 101-15,-13 45-24 0,13-31-9 16,0 1 8-16,4-3-64 0,2-3-54 16,1-2-32-16,2 1 3 0,4-3-13 15,0-5 0-15,3 0 25 16,-3-3-2-16,0-7-7 0,0 1 41 15,-3 0-12-15,-4-2 57 0,1-1 16 16,-7 0-32-16,0 1 10 0,-4-2 18 16,-5 1-42-16,-1 3-53 15,-6 0 0-15,-4 1-19 0,4 4-316 16,0-1 255-16,3 4 7 0,7 1-109 16,3 0 122-16,-1 0-94 0,1 2-319 15,3 2-5-15,0-2-201 0,0-1-657 16</inkml:trace>
  <inkml:trace contextRef="#ctx0" brushRef="#br0" timeOffset="5486.35">19373 5262 815 0,'0'0'339'0,"0"0"149"0,3 41-225 0,-3-30-52 15,0-1 36-15,0-3-163 16,0-2-46-16,0-3-25 0,0 1 0 15,0-1 0-15,0-2 19 0,0-1 30 16,0-7-23-16,0-6-39 0,0-2-36 16,0-2-9-16,3-1-31 15,4 2 2-15,-1-1 0 0,4 1-114 16,3 1 110-16,3 3 16 0,0 1 59 16,0 2 3-16,0 4 114 0,-3 1 203 15,0 3-156-15,-3 2-51 0,-4 1 12 16,1 1-3-16,-4 3 29 0,0 1 171 15,1 6-139-15,-1 7-104 16,-3 1-57-16,-3-2 73 0,-7 2-83 0,3-5 23 16,-2 2 9-16,-4-3-41 15,3 0-66-15,0-2 53 0,1 0-88 16,2-3-297-16,1-3 107 0,3-4-108 16,-1-2-778-16,4 0 85 0</inkml:trace>
  <inkml:trace contextRef="#ctx0" brushRef="#br0" timeOffset="5759.05">19618 5222 976 0,'0'0'287'0,"0"0"61"0,0 0 116 16,0 0-305-16,0 0 32 0,3 43 103 15,-3-28-153-15,-3 0-38 0,3-1-13 16,0-1-10-16,0-1-80 0,3-1 22 15,1-2-22-15,2-3 0 0,1 3 0 16,2-4 13-16,4 0-6 16,0 0 9-16,0-2 28 0,-3-2-31 15,3-1 9-15,-4-3-41 0,1-2 19 16,0 1-243-16,-7-2 99 0,3 2-88 16,-2-5-584-16,-1 4 90 0,-3-5-364 15</inkml:trace>
  <inkml:trace contextRef="#ctx0" brushRef="#br0" timeOffset="5914.79">19696 5298 749 0,'0'0'635'0,"0"0"-141"0,0 0 19 16,0 0-400-16,35 11-58 0,-25-11-30 15,0-2-25-15,-4-4-12 0,4 0-292 16,-7-4-89-16,4 1-124 0,-7 0-539 15</inkml:trace>
  <inkml:trace contextRef="#ctx0" brushRef="#br0" timeOffset="6376.91">19722 5205 728 0,'0'0'313'0,"0"0"-101"15,0 0 64-15,0 0-152 16,48-9-17-16,-32 6 62 0,0-2-88 15,4 5-32-15,-7 0-22 0,0 0-27 16,0 1-13-16,-7 4-3 16,4 1 16-16,-4 3 40 0,-3 3 132 15,4 0-49-15,-7 1-46 0,0 3 23 16,-3-2-48-16,-1-2-16 0,-2-1-7 16,3-1-4-16,-4-5-25 0,4 0-51 15,0-3-36-15,0 0-26 0,-1-1-107 16,1-1 44-16,0-2-54 0,0-6-365 15,3-3 315-15,0-4-17 0,6 1-36 16,1 3 161-16,5 3 106 16,-5 8 66-16,6 0 232 0,-4 2 68 15,4 7 270-15,-3 1-218 0,3 1-56 16,3 0 44-16,-3 1-201 0,0-2-28 16,3-2-24-16,0-2-71 0,4-3-13 15,-1-3 29-15,-3-2-9 16,0-5 6-16,1-1 48 0,-11-1 55 15,10-3-6-15,-9-1 18 0,-1-2 0 16,1 0-33-16,-4 1-37 16,0-1-20-16,-3 1-54 0,0 0-54 15,0 2-26-15,0 2-118 0,-3 6-296 16,3 2 183-16,0 2-113 0,-3 1-794 16,-1 4 514-16</inkml:trace>
  <inkml:trace contextRef="#ctx0" brushRef="#br0" timeOffset="6773.38">19218 5501 215 0,'0'0'1598'15,"0"0"-1205"-15,0 0-118 0,0 0 77 16,0 0-163-16,0 0-55 0,0 0-28 15,0 0-17-15,0 0-89 16,0 0 29-16,6-20 18 0,7 19 20 16,3 2-3-16,4-1 69 0,2 1-51 15,1 5-16-15,6-1 34 0,-3-2-97 16,6 2 44-16,0-3-34 0,1-1-13 16,2 0-75-16,1 0 72 15,-1-3-155-15,-6-3-381 0,0 1 9 16,-12-1-851-16</inkml:trace>
  <inkml:trace contextRef="#ctx0" brushRef="#br0" timeOffset="7530.41">20778 5205 372 0,'0'0'420'0,"0"0"-234"16,0 0 19-16,0 0-205 0,0 0-26 16,0 0-23-16,-36 16 1 15,30-7-57-15,3 1-188 0,3 4 39 16,0-3-50-16</inkml:trace>
  <inkml:trace contextRef="#ctx0" brushRef="#br0" timeOffset="7639.84">20794 5323 263 0,'0'0'300'0,"0"0"-16"0,32 35-14 15,-29-24-188-15,1-1-11 0,-1 1 102 16,-3 0-40-16,-3-1 0 0,-4 0 127 16,-2 0-159-16,-1-2-46 0,-3 1-55 15,0-1-30-15,3-4-64 0,-3-3-280 16,4-1 16-16,2 0-166 0</inkml:trace>
  <inkml:trace contextRef="#ctx0" brushRef="#br0" timeOffset="8001.07">20972 5277 554 0,'0'0'242'16,"0"0"119"-16,0 0 53 0,-4 45-196 15,4-30-24-15,-3 0 72 0,0-1-104 16,3-1-7-16,3-1 6 16,0 1-71-16,7-4-61 0,-4-3-16 15,7-3 3-15,0-3 4 0,0-1-14 16,-3-5 55-16,3-1 6 0,0-2-28 16,-4-4-10-16,-2-1-29 0,-1 0 2 15,-6 1 46-15,0-3-48 0,0 1-48 16,-6 0 9-16,-4 2-50 15,-3 0-100-15,-3 0 93 0,3 3-98 16,0 2-156-16,4 3 214 0,5 3 136 16,1 2 123-16,0-1-22 0,3 1-101 15,0 0-234-15,0 0-116 0,6 0-135 16,4-1 113-16,3-1 284 0,0 1-36 16,0-1-146-16,0 0-1 0</inkml:trace>
  <inkml:trace contextRef="#ctx0" brushRef="#br0" timeOffset="8131.27">21104 5226 55 0,'0'0'206'0,"0"0"25"0,36 17-87 15,-30-6 55-15,0 0 156 0,4 2-95 16,-7 1 4-16,1 2-43 16,2-2-156-16,-3 0-7 0,-3-1 43 15,0-3-69-15,0-1-9 0,0-3 9 16,0-2-32-16,0-1-84 0,-3 2-179 16,0-2 45-16,0-2-3 0,3-1-88 15,-4-4-46-15,4-6-92 0</inkml:trace>
  <inkml:trace contextRef="#ctx0" brushRef="#br0" timeOffset="8375.52">21175 5289 198 0,'0'0'424'0,"0"0"-105"16,0 0 137-16,0 0-79 0,42-5-29 15,-26 6 85-15,0 0-262 0,4 0-52 16,-4-1-41-16,0-1-34 0,0-4-21 16,-3 0-17-16,0-4 10 15,-3 4-16-15,-4-1 13 0,-3 2-10 16,1-1-3-16,-1 1 16 0,0 0-3 15,0 0 3-15,-3 3-9 0,0 1 47 16,0 0-35-16,0 6-9 16,-3 7 45-16,0 7-55 0,3 4 0 15,0 1 64-15,0-3-64 0,0-4 6 16,3-2-6-16,4-3 0 0,-1 0-80 16,0-3 41-16,4-2-86 0,0-3-435 15,0-2-62-15,-1-3-188 0</inkml:trace>
  <inkml:trace contextRef="#ctx0" brushRef="#br0" timeOffset="8940.51">21866 5176 52 0,'0'0'740'0,"0"0"-404"0,0 0 71 0,0 0-209 16,0 0-16-16,0 0-26 0,0 0-68 15,0 0 2-15,0 0 75 0,0 0 0 16,20 23-52-16,-20-4-52 16,0 2-32-16,0 2-13 0,-4-2-9 15,1-3 18-15,3 3-25 0,-3-5-17 16,3 1 14-16,0-2-7 0,0-4-141 16,6-1 48-16,1-1 9 0,3-2-42 15,-1-1 97-15,1-3 7 0,3 2 7 16,0-5 25-16,-4 0 2 0,4-1 4 15,0-3-6-15,-3 2-62 16,0-2-236-16,-4-1 93 0,1 2-81 16,-1-3-294-16,-3 1 133 0</inkml:trace>
  <inkml:trace contextRef="#ctx0" brushRef="#br0" timeOffset="9358.08">22083 5265 68 0,'0'0'819'15,"0"0"-591"-15,0 0-16 0,0 0 194 16,-10 44-162-16,10-33-40 0,3 1 87 16,4-1-161-16,2-3-40 0,1-1-32 15,3 0-7-15,-3-4-9 0,6-2 19 16,-3-1 0-16,3-2-25 0,0-6 2 15,0 2 33-15,-3-4-20 16,-3-1-35-16,-1 1 44 0,-5 0-24 0,-1-3-36 16,-3 2 86-16,0-1-20 15,-3-1-21-15,-7 1 34 0,0-2-47 16,1 4-13-16,-1 3-6 0,3 2-13 16,1 3 0-16,3-1 22 15,0 3-6-15,-1 0-1 0,-2 2-30 16,3 6-23-16,3 3-162 0,-4 4 196 15,4 4-21-15,4 2 15 0,-4-4 10 16,6 4 7-16,-3 0 15 16,1-1 7-16,-1-3-29 0,3 0-3 15,1-2-23-15,-1-3 13 0,4-2-159 16,0-4 51-16,-1-4-133 0,4-2-395 16,-3-5 55-16,0 0-51 0</inkml:trace>
  <inkml:trace contextRef="#ctx0" brushRef="#br0" timeOffset="9693.54">22419 5162 956 0,'0'0'590'0,"0"0"-262"0,0 0-172 15,0 0 9-15,-36 22 55 0,23-10-116 16,3 2-59-16,7 0-45 0,0-3-19 15,3 1-10-15,0-2-10 0,3 0-3 16,0 2 22-16,7-1 4 16,0-2 16-16,3 1 16 0,-4 0 1 15,4-3 34-15,-6 2-9 0,2-3 36 16,-5-1-27-16,-1 1 4 0,0-1 19 16,0 3 20-16,1-2-27 0,-4 3 7 15,0-1 3-15,-7-3-42 0,4 3-29 16,-4-2-12-16,1-2-42 0,0-2-204 15,-4-1 111-15,3-1-63 0,4-2-564 16,-3-1 98-16,2-7-357 0</inkml:trace>
  <inkml:trace contextRef="#ctx0" brushRef="#br0" timeOffset="9925.28">22580 5252 257 0,'0'0'456'0,"0"0"13"0,3 35-218 16,-6-22 64-16,0 1 124 16,0 0-248-16,3 2-14 0,0-3 17 15,0 0-101-15,0-1-29 0,6-1-19 16,1 0-6-16,2 0-39 0,1-4 22 16,3-2-23-16,0-2 1 0,3-3-134 15,-3-2-47-15,0-3-80 0,-4-2-300 16,1 1 187-16,-3 0-10 0,-4 2-594 15</inkml:trace>
  <inkml:trace contextRef="#ctx0" brushRef="#br0" timeOffset="10109.36">22612 5262 1023 0,'0'0'1027'0,"0"0"-709"15,0 0-76-15,0 0-45 0,0 0-107 16,42 28-29-16,-29-27-29 16,-3 0-3-16,-4-1-29 0,1 0-204 15,-4-2 1-15,0-1-130 0,1-1-595 16,-1-1 354-16,0-4-156 0</inkml:trace>
  <inkml:trace contextRef="#ctx0" brushRef="#br0" timeOffset="10599.58">22754 5156 919 0,'0'0'515'0,"0"0"-50"16,39 8-27-16,-29-2-306 0,-4 2 7 16,4 6 48-16,0 2-42 15,-1 2 5-15,-2 0-41 0,-1 1-58 16,-2-1-51-16,2 2 26 0,-3-1-10 15,1-2-16-15,-4-1 12 0,3-2-15 16,-3-5 3-16,0-4-128 16,0 0 103-16,-3-2-42 0,3-1-271 15,-4-1 84-15,1 0 14 0,3-1-68 16,-3-3 84-16,0-7 6 0,3-5 124 16,0-6 94-16,0-1 15 0,3 0-15 15,3 5-72-15,4 1-6 0,3 5 78 16,0 2 16-16,3 2 173 0,-3 1 240 15,3 4-237-15,3 2 73 0,-6 0 165 16,3 3-254-16,1 5-57 16,-8-2-61-16,1 1 6 0,-4 0-58 15,-2-1 13-15,-1 3-38 0,-3 1 13 16,-3 0-142-16,-1 2 147 0,-2-3 1 16,0-4-115-16,-4 5 67 15,-3-1 0-15,3-1-55 0,4-1 35 16,-1 0-6-16,4-2-10 0,0 4 81 15,3 4 1-15,0 3 2 16,0-2 65-16,3 0-13 0,4-5 22 16,-1 0-32-16,0-2-17 0,4 0-21 15,3-3-8-15,0-1-18 0,0-3-49 16,0 0-194-16,3-4-240 0,-6 0-569 16</inkml:trace>
  <inkml:trace contextRef="#ctx0" brushRef="#br0" timeOffset="11517.99">23623 5388 821 0,'0'0'443'0,"0"0"-141"0,13 47-94 0,-10-38-45 16,-3-4-101-16,0 0-4 0,0-2 91 15,0-2 3-15,0 1 26 0,0-2 80 16,-3 0-120-16,3 0-19 0,-3-8-65 15,0-2-19-15,-4-7-35 0,4-3-15 16,0-1 2-16,0 2-3 16,3-2-64-16,0 1 60 0,3 3-57 15,7 0-16-15,-1 3 80 0,1 3-13 16,-4 3 26-16,7 4 42 0,-6 2-10 16,2-2 39-16,-2 4 29 15,-1 0 5-15,4 6 23 0,0 4 19 16,-1 4-27-16,-2 1 1 0,-4 3-5 15,0-5-116-15,1-2 38 0,-4-5-31 16,0-1-7-16,0-3 15 16,0 2-8-16,0-1-7 0,0-1 25 15,0-1-3-15,0-1-22 0,0 0-35 16,0-1 10-16,3-2-16 0,0-5-155 16,0-3 155-16,4-4-29 0,2-3-76 15,1 3 127-15,0 2-20 0,3 2-107 16,-4 4 142-16,1 2-24 0,-3 1-69 15,-1 3 97-15,-3 1 2 0,4 0 21 16,-4 0 67-16,7 8-1 16,-4 5 42-16,1 4 6 0,-1 1 9 15,0 3-77-15,-6-3-2 0,0-2-67 16,4 0-19-16,-4-2-7 0,0 0 17 16,0-5-222-16,0-3 151 15,-4-2-57-15,4-1-315 0,0 0 52 16,0-3-154-16,0 0-589 0,4-3 444 15</inkml:trace>
  <inkml:trace contextRef="#ctx0" brushRef="#br0" timeOffset="12139.79">23998 5290 752 0,'0'0'538'0,"0"0"310"16,0 0-495-16,0 0-53 0,0 0 2 15,0 0-136-15,0 0-99 0,0 44 3 16,0-25 12-16,0-2-28 0,0-3-38 15,6-1 66-15,1-3-82 16,6-2 19-16,-7-1-19 0,7-4 0 16,3-3 16-16,-3 0 32 0,0-5 12 15,-3 0-7-15,-4 0 51 0,-2 0-82 16,-1 1 3-16,-3-4 47 16,0-1 10-16,0-3-54 0,-10-2 100 15,-3-1-128-15,-6 1 53 0,3 2-106 16,0 5 53-16,6 1-282 0,0 3 241 15,7 2-37-15,0 0-117 0,3 1 166 16,0 0-85-16,0-1-435 16,3 1 154-16,7 0 175 0,3 0 26 15,-1-1 71-15,5 1-1 0,-1 0-38 16,-3 1 77-16,0 2 11 0,-4 6 35 16,1 1 39-16,0 0 69 0,-1 4 240 15,1-2-95-15,-4 2-52 0,-2 1 9 16,-1 0-64-16,0-1-36 0,4-3-20 15,-7-3-9-15,3-4-13 0,-3 0-26 16,0-2 29-16,3 0-32 16,-3-1-92-16,0-1 2 0,0-1 6 15,0-7-18-15,0-4 89 0,0-8-20 16,0 0-44-16,0 0-4 0,3 0-46 16,7 5-119-16,3-1 184 15,0 5 49-15,6 2 13 0,-3 2 182 16,1 3 45-16,2 2 106 0,-3 2-152 15,0 6 18-15,-3 2 67 0,0 1-78 16,0 5-51-16,-3 0-30 16,-1 1 29-16,-5 0-51 0,2 2-54 15,-6 0 60-15,0-2-91 0,-3 1 41 16,-4-2-19-16,-2-1-22 0,-4-2-85 16,-3-1 63-16,-1-2-3 0,1 1-252 15,3-5 119-15,0-4-84 0,1-1-388 16,5-2 12-16,1-6-490 0</inkml:trace>
  <inkml:trace contextRef="#ctx0" brushRef="#br0" timeOffset="12394.47">24463 5303 906 0,'0'0'303'0,"0"0"0"0,0 0 175 0,0 0-212 16,13 40 44-16,-13-25-97 0,0 1-104 15,0-1-19-15,3 0 0 16,0 1-10-16,-3-1-39 0,7-3-31 16,-1 0 48-16,1-3-42 0,3 0-4 15,2-2 17-15,-2 0-29 0,6-3 2 16,-3-3 11-16,0-1-13 0,-3 0-96 16,-4-1-16-16,1-1-64 0,-1-4-408 15,-3-3-90-15,1 0-10 0</inkml:trace>
  <inkml:trace contextRef="#ctx0" brushRef="#br0" timeOffset="12562.66">24544 5382 882 0,'0'0'788'0,"0"0"-443"15,0 0-122-15,0 0-103 0,0 0-97 16,35 23 0-16,-28-23-23 0,-1 0-7 15,1-1-132-15,-4-4-462 0,0-3 162 16,-3 5-138-16</inkml:trace>
  <inkml:trace contextRef="#ctx0" brushRef="#br0" timeOffset="12855.8">24573 5298 1016 0,'0'0'365'0,"0"0"113"15,0 0-215-15,0 0-14 16,39-12 174-16,-23 9-201 0,-3 0-78 16,0 3-84-16,-4 0-21 0,-5 1-39 15,-1 3-38-15,0 1 38 0,-3 4 0 16,0 5-41-16,0 1 12 0,0 2 4 16,0 0 25-16,0 0 9 15,-3 1-9-15,3-1 19 0,-3-1-9 16,3-1-10-16,0-1-4 0,3-5 4 15,-3-2 0-15,3-2-80 16,0-3 54-16,0 0-67 0,4 1-184 16,-1-3 110-16,4-4-14 0,0-4-290 15,-1-6 133-15,-2-2-49 0,-1-3-405 16</inkml:trace>
  <inkml:trace contextRef="#ctx0" brushRef="#br0" timeOffset="13099.99">24799 5220 40 0,'0'0'1311'0,"0"0"-856"0,0 0-88 15,3 33 37-15,-3-15-201 0,0 2-39 16,0 2 35-16,-3 0-46 0,3-3-10 16,0 2 6-16,0-4-10 15,0 3-31-15,3-2-52 0,0-3 51 16,4-2-107-16,-4-6 50 0,0-1-33 15,4-2-17-15,-4-1-124 16,4 1 121-16,-1-3-37 0,4-1-241 16,-1-2 236-16,1-8-5 0,0-2-208 15,3-3 82-15,-7-2-103 0,1-1-354 16,-4-3 113-16,3 1 22 0,-6 1-450 16</inkml:trace>
  <inkml:trace contextRef="#ctx0" brushRef="#br0" timeOffset="13347.78">24935 5262 1031 0,'0'0'446'0,"0"0"-33"0,0 0 219 15,0 0-342-15,0 0-68 0,0 0 56 16,0 0-97-16,0 0-79 16,0 0 15-16,0 0 24 0,0 4-141 15,-4 10 38-15,1 4-19 0,0-1-19 16,0 3 38-16,3-6 6 0,-4 3 6 16,4-3-47-16,0 2 110 15,0-4-47-15,7 1-57 0,-4-1 72 16,4-4-81-16,-1-2-9 0,-3-1 9 15,4-1 0-15,-1-3-150 16,7-1 150-16,3-1-104 0,0-6-182 16,-3-3 201-16,0 1-70 0,-3-3-343 15,0-2 9-15,-1 2-136 0,-2 4-775 16</inkml:trace>
  <inkml:trace contextRef="#ctx0" brushRef="#br0" timeOffset="13532.46">25044 5374 315 0,'0'0'770'15,"0"0"-165"-15,0 0-426 0,0 0-53 16,0 0 124-16,0 0-143 0,0 0-107 16,0 0-49-16,0 0-103 15,0 0-30-15,33-18-374 0,-33 9 61 16,0-3-212-16</inkml:trace>
  <inkml:trace contextRef="#ctx0" brushRef="#br0" timeOffset="13780.28">25022 5231 750 0,'0'0'241'0,"0"0"-75"0,0 0 114 16,0 0-81-16,42 8-37 0,-23-4 66 15,-3-1-138-15,-3 2 1 0,-3-1 126 16,-4-1-75-16,1 4-26 0,-7 4 21 15,3 1-12-15,-3 3 19 16,0 1 77-16,-3-3-139 0,0 1-56 16,-4-2-13-16,4-2 25 0,0-3-38 15,0-3-10-15,-4-1-2 0,4 1-39 16,0-1-211-16,-1-2 99 0,4-1-50 16,-3-2-329-16,3-7 32 15,0-3 90-15,0-6-3 0,7 1 165 16,-4 5-74-16</inkml:trace>
  <inkml:trace contextRef="#ctx0" brushRef="#br0" timeOffset="13951.11">25206 5286 645 0,'0'0'554'0,"0"0"388"15,45 35-570-15,-29-24-69 0,0-1 79 16,1-3-149-16,-1 0-65 0,0-4-13 16,0 0-4-16,-3-3-45 0,0-3-7 15,0 0 56-15,-3-4-111 0,-1 1-13 16,4-3 31-16,-6-1-62 0,-1-4-236 15,-3 0 236-15,-3-3 0 16,0-2-155-16,-3-2 17 0,0 1-73 16,0 0-410-16,-1 7 58 0,1 3-264 15,3 7-824-15</inkml:trace>
  <inkml:trace contextRef="#ctx0" brushRef="#br0" timeOffset="67594.8">3695 8697 652 0,'0'0'1185'0,"0"0"-873"0,0 0 66 15,0 0-187-15,0 0-21 16,0 0-38-16,-42-4-84 0,29 11 0 16,-3 1-42-16,0 0 23 0,0 4-29 15,6-1-22-15,-6 3 9 0,0-1 13 16,6 0-59-16,0 1 57 15,4-1-12-15,-1 3-63 0,4-5 58 16,3 1-32-16,0-2-124 0,0-1 110 16,3 2-2-16,10 0-56 15,-3-1 68-15,0 0 29 0,3-1-15 16,-4 0 28-16,7-2 13 0,-6 3 142 16,0 1-45-16,-4 0-29 0,4 2 37 15,-4 0-44-15,-6 4-3 0,0-3-13 16,0-1 20-16,-6 0-27 0,3 0 1 15,-4-3 31-15,-2-1-12 0,2-2-30 16,-3-2 46-16,-6 2-17 0,0-3-22 16,0-2 19-16,-7 0-54 0,7-2-224 15,-3-5 64-15,3-7-132 16,0 1-875-16,6 0-122 0</inkml:trace>
  <inkml:trace contextRef="#ctx0" brushRef="#br0" timeOffset="67984.48">3795 8801 160 0,'0'0'733'0,"0"0"-404"0,0 0 10 15,0 0 113-15,0 0-255 0,26 44-48 16,-26-26 48-16,6 3-58 0,-6-5-26 16,0 0 3-16,7-2-36 0,-4-2-32 15,-3-3-48-15,7-5 35 16,-7 0-35-16,0-3 1 0,9 0 66 15,-9-1 77-15,7 0 15 0,2-6-10 16,-2-3-29-16,12-8-35 0,-6-5 16 16,3 1-101-16,-6-2 25 15,6 3-56-15,-6 2 31 0,3 2-221 0,-4 2 136 16,1 3-93-16,-3 7-452 16,-4 0 184-16,3 1-241 0,1 1-955 15</inkml:trace>
  <inkml:trace contextRef="#ctx0" brushRef="#br0" timeOffset="68360.35">4099 8895 85 0,'0'0'789'0,"0"0"-434"0,0 0 13 16,0 0-95-16,0 0 45 0,0 0 215 16,0 0-266-16,0 0-34 0,0 0 29 15,16-8-101-15,-23 14-98 0,7 3-47 16,-9 7 44-16,2 0-60 0,-2 2 32 15,-1 1-29-15,0-6-3 0,4 0-44 16,-4-1 25-16,4-3 19 0,6-1-234 16,-7-4 65-16,7-2-19 0,0 1-278 15,0-3 131-15,0 0-77 16,0-2-391-16,0-4 323 0,7-5-71 0</inkml:trace>
  <inkml:trace contextRef="#ctx0" brushRef="#br0" timeOffset="68547.8">4157 8835 610 0,'0'0'293'0,"0"0"101"0,0 0 273 16,39 49-450-16,-30-31-84 0,1-2-4 16,-4-2-38-16,11 4-43 0,-8-5-28 15,7 1-4-15,-9 0-16 0,9-2-28 16,-6-4-95-16,-1-1-152 0,-2-4-778 15,-7-2-81-15</inkml:trace>
  <inkml:trace contextRef="#ctx0" brushRef="#br0" timeOffset="68757.06">4108 8851 1280 0,'0'0'377'15,"0"0"-10"-15,49 1-104 0,-33-1 12 16,0 0-130-16,0-2-42 0,7 1-32 16,-7-2-39-16,0 0-32 0,0-1-58 15,-3 0-45-15,-6-2-187 0,2 2-1192 16</inkml:trace>
  <inkml:trace contextRef="#ctx0" brushRef="#br0" timeOffset="68960.64">4254 8715 72 0,'0'0'1851'16,"0"0"-1410"-16,0 0-170 15,35 7-23-15,-19-5-1 0,1 1-123 16,-1-2-104-16,-3 3-1 0,3-2-38 16,-3 0-29-16,3 0-376 0,-10-1 37 15,4 0-336-15</inkml:trace>
  <inkml:trace contextRef="#ctx0" brushRef="#br0" timeOffset="69161.99">4312 8887 320 0,'0'0'2344'0,"0"0"-2151"0,0 0 45 16,0 0 116-16,0 0-142 0,48 10-98 16,-32-9-108-16,-6 3 51 0,6-3-57 15,-6 0-104-15,-4 1 66 16,1-1-101-16,-4 1-391 0,-3 2 64 15,7-2-586-15</inkml:trace>
  <inkml:trace contextRef="#ctx0" brushRef="#br0" timeOffset="69328.32">4322 9056 2452 0,'0'0'374'0,"0"0"-111"0,45 10 25 15,-32-10-152-15,9 0-53 0,-6 0-61 16,7-3 38-16,-4-3-60 0,4 3-127 16,-4-5-25-16,-2 2-119 15,-1-2-1050-15,-3-2-328 0</inkml:trace>
  <inkml:trace contextRef="#ctx0" brushRef="#br0" timeOffset="69829.34">4625 8904 916 0,'0'0'1373'16,"7"37"-1085"-16,-1-24 12 0,-3-1-25 15,-3-2-163-15,0-3-29 0,7-4-80 16,-7 0 29-16,0 0-32 0,0-1-79 16,6-1 78-16,-6-1-50 15,3 0 51-15,-3-7 26 0,0-5 60 16,0-5-45-16,0-6 20 0,0-3-61 16,7 1 3-16,-7 1 19 0,10 2-22 15,6 2 13-15,0 5-13 16,-6 3 76-16,6 2 113 0,-3 6 19 15,-4 2-126-15,8 2-75 0,-14 1 121 16,3 2-78-16,1 6-26 0,-4 0 57 16,-3 4-81-16,0 2 47 15,-10 0-13-15,4 1-34 0,-4-4-256 16,0 2 159-16,4-2-51 0,-4-1-205 16,1 1 226-16,-4-1-29 0,3 1-228 15,3-1 200-15,4 0 49 0,-3 1 51 16,6-3 81-16,-7-1 3 0,7-2 67 15,0 3 62-15,7-4 48 0,-7 3 15 16,6-1-64-16,4 1-26 0,0 1-48 16,6 0-9-16,-3-6-45 15,3-2-416-15,-6-1 82 0,-1-3-326 16</inkml:trace>
  <inkml:trace contextRef="#ctx0" brushRef="#br0" timeOffset="70032.45">5000 8898 1593 0,'0'0'491'0,"3"43"-161"0,-3-23 157 15,0-4-298-15,0 2-77 0,0-3-70 16,7-2-42-16,-7 2-7 0,0-8-387 15,6 0-54-15,-6-4-526 0</inkml:trace>
  <inkml:trace contextRef="#ctx0" brushRef="#br0" timeOffset="70244.47">4845 8759 2466 0,'0'0'239'0,"0"0"-220"0,0 0-19 0,0 0 77 15,48-5-44-15,-22 0-30 16,6 1-3-16,-6-1-59 0,7 2-815 16,-11 1-695-16</inkml:trace>
  <inkml:trace contextRef="#ctx0" brushRef="#br0" timeOffset="70958.39">5575 8787 1157 0,'0'0'381'0,"0"0"-121"0,16 36 292 15,-13-21-339-15,4 4 0 0,-1-1 95 16,4 3-142-16,-4 1-77 0,4-3-76 16,0-2 25-16,-4-1-38 15,4-8-9-15,-1-1 9 0,-2-5 0 16,-1-1 3-16,-2-1 22 0,-4 0 49 16,6-2-24-16,4-3 83 0,-4-6-29 15,1-7-66-15,-4-2 44 16,3 1-82-16,-6-3 38 0,0 3-29 15,0 0-9-15,7 2-328 0,-4 0 119 16,-3 2-78-16,6 3-263 0,4 0 97 16,-10 3-226-16,7 5-752 0</inkml:trace>
  <inkml:trace contextRef="#ctx0" brushRef="#br0" timeOffset="71174.86">5856 8822 342 0,'0'0'1274'15,"0"0"-641"-15,9 38-364 0,-2-21-21 16,-1 4 128-16,-2 5-169 0,-4-1-64 16,6 0-95-16,1-4 9 0,-4 1-57 15,3-5-70-15,1 0 42 0,-4-4-97 16,3-5-329-16,-6-5 71 15,7-1-297-15,-4-2-1177 0</inkml:trace>
  <inkml:trace contextRef="#ctx0" brushRef="#br0" timeOffset="71614.85">6085 8793 1903 0,'0'0'263'0,"0"0"-137"0,0 0 68 16,0 0 26-16,0 0 31 0,0 0-31 16,-6 40-137-16,6-20-70 15,0 4-4-15,0-4 58 0,0 1-48 16,6-1 0-16,-6-1-9 0,10-3-10 16,-4-3-31-16,-6-4 29 0,10-1 2 15,-10-4-134-15,6-2 96 16,1-1-42-16,-4-1-164 0,4-1 244 15,2-10 0-15,7-3 0 0,-6-5 35 16,-3 3-35-16,2-3 13 0,-2 7-13 16,2-2 3-16,-9 5 4 15,7 0 34-15,-7 5-41 0,0 1 10 16,0-3-10-16,6 5 0 0,-6-2-23 16,4 2 19-16,-4 1-18 0,0 0 9 15,0 2 13-15,0 1 103 0,0 6-14 16,0 0-18-16,0 3-65 0,0 3 20 15,0-4-20-15,0 2-6 0,0-2-7 16,0-1 7-16,6 2 0 0,-6-5 12 16,0-1 4-16,6-1 55 15,-2-1-27-15,-4 0 4 0,6 2-48 16,1-2-35-16,-4 1 13 0,6-3-103 16,-2-2-276-16,-1 0 8 0,-2 0-728 15</inkml:trace>
  <inkml:trace contextRef="#ctx0" brushRef="#br0" timeOffset="71836.95">6473 8834 1687 0,'0'0'742'15,"0"0"-464"-15,0 47-11 0,0-30 72 16,0 3-110-16,-4-2-106 0,4-1-101 15,0 0 26-15,0-2-48 0,0-3-122 16,0 0 20-16,4-4-124 0,-4-4-351 16,0 1 60-16,0-5-461 15</inkml:trace>
  <inkml:trace contextRef="#ctx0" brushRef="#br0" timeOffset="72030.05">6382 8766 7 0,'0'0'2353'0,"0"0"-2010"0,0 0-234 0,0 0 36 16,0 0-68-16,45 13-7 16,-28-11-6-16,2 4-64 0,-3-3-21 15,7-2 20-15,-4 0-88 0,4-1-148 16,-4 0-50-16,4 0-179 0,-1 0-549 15,-6-1 445-15</inkml:trace>
  <inkml:trace contextRef="#ctx0" brushRef="#br0" timeOffset="72203.12">6715 8812 675 0,'0'0'866'0,"0"0"-443"0,-7 40-60 16,7-23 127-16,-6 0-233 0,3 3-43 15,-4 3 9-15,1-3-74 16,6-3-70-16,0 1-73 0,0-4 26 15,0-1-32-15,0-4-240 0,6-2-44 16,1-2-110-16,2-5-829 0,1-5 159 16</inkml:trace>
  <inkml:trace contextRef="#ctx0" brushRef="#br0" timeOffset="72608.57">6912 8836 26 0,'0'0'633'0,"0"0"-337"0,0 0 238 15,0 0 61-15,-13 36-161 0,10-15-3 16,-4 0-222-16,7-4-37 0,-6 3 50 16,6-3-76-16,6-2-51 15,1-2-64-15,2-2 76 0,1-2-26 16,6-4-26-16,-3 0 79 0,3-4-112 16,4-1 28-16,-4-1-32 0,0-5-18 15,0-2 22-15,0 2-22 16,-6-3 0-16,0-2-88 0,-10 3 66 15,6 0 16-15,-6-3-47 0,-6 4 53 16,-4-2 0-16,7 2 22 0,-4 2-19 16,-2 3 9-16,2 2 32 15,1 0 3-15,6 0-47 0,-10 5 18 0,10-1 26 16,-6 2-44-16,6 0-178 16,0-2 178-16,6 2-31 0,-6-3-158 15,10-2 189-15,3 0-22 0,0-1-63 16,3-2 85-16,-3 0 0 0,-4 0 19 15,1 2-19-15,-4 0 0 0,1 0 2 16,-4 2 67-16,-3 2 38 0,7 6-3 16,-1 2 52-16,-6 5-63 15,3-1-80-15,-3-1 80 0,-3-1-93 16,6-1-236-16,-3-3-3 0,0-4-256 16,0 0-1288-16,0-4 51 0</inkml:trace>
  <inkml:trace contextRef="#ctx0" brushRef="#br0" timeOffset="74224.92">7700 8807 17 0,'0'0'1331'0,"0"0"-966"15,0 0-112-15,0 0-152 0,0 0-75 16,0 0 97-16,0 0 216 0,0 0 3 16,19 52-28-16,-12-25-123 0,-1 2-57 15,4-1-65-15,-4 0 26 16,4-2-89-16,0-3 39 0,0-4-42 15,2-4-3-15,-2-4-69 0,0-3 57 16,3-4-4-16,-10-2-70 0,7-2 86 16,-7 0 0-16,0-3 13 15,13-7 28-15,-6-7-9 0,3-5-19 16,-3 0 37-16,-4-5-50 0,-3 2-102 16,4 1 42-16,-1-1-258 0,-3 5-522 15,4 4 309-15,3 3 134 0,-1 4 137 16,-2 3 227-16,-7 3 17 0,9 2-4 15,-9 0 18-15,7 1 2 0,-1 1 68 16,-2 6 89-16,-4 8 165 0,0 0 178 16,0 7-316-16,-4-2-42 15,-2-1 65-15,-1 0-91 0,4 2-52 16,-3-4-9-16,6 1 6 0,0-1-7 16,0-3-22-16,6-3 45 0,-3-2-16 15,14-2 28-15,-5 0 95 16,5-3-54-16,-1 0-67 0,3-3 16 15,-3-1-79-15,0 0 35 0,1-3-35 16,-1 0 0-16,0-1-91 0,-6-1 88 16,-4 3-64-16,1-2-203 0,-4-1 18 15,-3 1-146-15,0-3-670 16,0 2-1-16</inkml:trace>
  <inkml:trace contextRef="#ctx0" brushRef="#br0" timeOffset="74375.06">8023 8977 1296 0,'0'0'608'0,"0"0"-222"0,39 9-214 0,-30-9-69 15,8 0-8-15,-1-3-47 0,-7-4-16 16,4 2-19-16,-3-3 26 0,-3 0-39 16,-4 0-132-16,3-5-172 0,-3-2-429 15,-3 5-740-15</inkml:trace>
  <inkml:trace contextRef="#ctx0" brushRef="#br0" timeOffset="74796.49">8162 8822 368 0,'0'0'382'0,"32"4"-183"0,-12-1 319 16,-4 1-258-16,0 2-33 0,-3 3 114 15,-4 1-141-15,1 1-29 0,-3 3 3 16,2-2-58-16,-2 0-36 0,-7 1-26 15,0-1 4-15,0 0-23 0,0-4-32 16,0-1 45-16,0-5-48 0,0 0-161 16,0 0 52-16,0-1-35 15,0-1-1-15,0-4 38 0,-7-7-19 16,7-10-29-16,0-2 45 0,7 0-179 16,2 1-560-16,4 5 764 0,0 2 85 15,3 4 7-15,1 3 227 16,5 3 89-16,-6 5 316 0,1 0-370 15,-1 8-17-15,-7 3 108 0,8 2-171 16,-11 4-46-16,-3 0 26 0,-3 4-8 16,7 0-22-16,-7 0 11 15,-7-1 8-15,4 1-65 0,-3-2-93 16,-11-2 109-16,11-1-72 0,-7-1-21 16,0-4 86-16,-3 1-102 0,6-4 56 15,-6-2-66-15,6 1 10 0,-3-4-222 16,4-2 94-16,2-1-114 0,-6-3-800 15,7-1-591-15</inkml:trace>
  <inkml:trace contextRef="#ctx0" brushRef="#br0" timeOffset="75529.22">8976 9073 153 0,'0'0'691'15,"0"0"-202"-15,0 0-294 0,0 0 62 16,0 0 152-16,0 0-244 0,16-35-35 16,-16 14-14-16,10-2-103 0,-4 2-13 15,1 0 3-15,-1 0-2 16,4 6-1-16,-1-3-66 0,1 6 29 15,6 3 37-15,-9 1 71 0,9 3-20 16,-6 4-38-16,-1 1 16 0,4 4 45 16,-3 1 20-16,6 7 121 15,-6 1-62-15,3 6-16 0,-4 0 0 0,1 1-4 16,0 3-50-16,-4 0-52 16,4-1 41-16,-4 1-72 0,1-3-31 15,-1 0 15-15,-3-3-85 0,-3-1-314 16,0-3 188-16,0-5-133 0,-3-3-837 15,-3-1-118-15</inkml:trace>
  <inkml:trace contextRef="#ctx0" brushRef="#br0" timeOffset="75865.1">9063 9022 2041 0,'0'0'26'15,"42"-10"71"-15,-19 7 23 0,-4-2-98 16,-3-2-2-16,7-1 12 16,-4 3-9-16,-3-4-23 0,7 2-91 15,-4-1-6-15,-3 2-7 0,1 4-64 16,-1 0 129-16,-7 2 9 0,-2 1 21 16,6 5 9-16,-10 7 58 0,7 3 292 15,-4 4-94-15,-6 1-101 0,0-3-39 16,0 1-65-16,0-4-51 0,0 0-20 15,-6-7-19-15,6 0-67 0,0-5-143 16,-4 1 39-16,4-3-72 0,-6-1-343 16,6-4 195-16,-3-5 134 15,0-8-50-15,-7-4 163 0,10-3 144 16</inkml:trace>
  <inkml:trace contextRef="#ctx0" brushRef="#br0" timeOffset="76124.98">9386 8906 437 0,'0'0'802'0,"48"-22"-223"16,-22 17 143-16,-3 1-399 15,-4 4-57-15,-3 5-11 0,-3 0-90 16,-3 1-67-16,-3-2-47 0,-4-1 34 16,-3 5-72-16,0 4 15 15,-3 0-56-15,-7 5 18 0,-3-2-262 16,-3-2 202-16,6-2-50 0,-6 0-114 16,0-1 112-16,6 0-67 0,4-4-40 15,-4 1 199-15,3-2 30 0,7 1 45 16,0-1 33-16,0 2 34 0,0 2 70 15,0 1-8-15,10 0-8 0,-3 4 6 16,2-2-55-16,7-2-85 0,-9-3-4 16,9-1-53-16,-6-3 25 15,-1-2-194-15,-2-1 115 0,6-1-52 16,-10-1-238-16,7-5 21 0,-4-4-238 16,4 3-798-16</inkml:trace>
  <inkml:trace contextRef="#ctx0" brushRef="#br0" timeOffset="76576.02">9648 9080 159 0,'0'0'763'0,"0"0"-15"0,0 0-452 15,0 0-88-15,0 0-50 0,0 0-103 16,0 0-3-16,0 0 3 16,0 0-7-16,0 0 11 0,9 3 5 15,-9-19 7-15,0-3 38 0,0-3 122 16,-3 1-179-16,-3-2-52 0,6 0-97 15,0 0-41-15,9 5 12 0,-2 1 97 16,2 5 29-16,8 3 142 0,-4 1 15 16,-4 5-19-16,1 3-14 15,0 0 51-15,-4 1 9 0,1 1-55 16,-4 3-37-16,3 0 42 0,-6 3-82 16,7 0-30-16,-7 1 46 0,0 2-62 15,0-4 32-15,-7 0-16 16,1 2-22-16,3-2-239 0,-7-2 211 15,3 2-35-15,1-3-142 0,3 3 174 16,3-3-61-16,0-1-162 0,3 3 206 16,3-3-7-16,11 4 30 15,-1-3 25-15,3 2 16 0,-3-1 0 0,-6-2 102 16,-4 2-35-16,1-2-67 16,-1 3 41-16,-2 0-32 0,-4 1-22 15,6 0 102-15,-6 4-39 0,-6 3-28 16,2-2 54-16,-9 3-92 0,-3-4-145 15,7 0 88-15,-1-1-42 0,3-6-219 16,1-3 71-16,3-1-168 0,-4 0-822 16,7 0 112-16</inkml:trace>
  <inkml:trace contextRef="#ctx0" brushRef="#br0" timeOffset="76815.19">9935 9005 371 0,'0'0'492'0,"0"0"-104"0,0 0-232 15,-23 38 81-15,23-32 302 16,0-1-309-16,0 1-84 0,0 1-40 16,7 1-6-16,-1-3 13 0,4 3-11 15,0-2-31-15,6 0-71 0,7-4 22 16,-7 1-22-16,0-3 0 0,-6 0 16 15,2-4 0-15,-2 1-16 0,-7 0-141 16,4-3-90-16,-7 3-192 0,6-4-662 16,-2 4 459-16,-4-7 27 0</inkml:trace>
  <inkml:trace contextRef="#ctx0" brushRef="#br0" timeOffset="77223.1">9993 8999 1966 0,'0'0'412'15,"0"0"-102"-15,0 0 165 0,0 0-204 16,0 0-90-16,0 0-99 0,0 0 0 16,0 0-82-16,0 0 25 15,23 24 10-15,-17-27-35 0,-2-5-13 0,5-3 13 16,-2-3-116-16,-7 1-319 16,9-2 34-16,-9 2-40 0,0-1-465 15,0 5 431-15,0-4 162 0,0 1-23 16,-3 5 248-16,3 0 69 0,-6 2 19 15,6 0 352-15,0 3 107 0,0 2 195 16,0-2-488-16,0 1-78 0,9 0-49 16,-2 0 26-16,9-4 12 15,0 2 118-15,0-4-8 0,0 3 6 16,1-1 87-16,-8 0-143 0,1 4-54 16,3 1-35-16,-10 0 25 0,4 0-38 15,-4 4-31-15,3 6 97 16,1 6 7-16,-4 2 34 0,0 3 28 15,-3 2-50-15,0-2-101 0,0-3 59 16,0 0-78-16,-3-5-110 0,3 0 75 16,0-5-112-16,0-3-271 0,0-3 167 15,0 0-89-15,3-2-358 0,0-1 312 16,7-9-79-16,-3 1-614 16</inkml:trace>
  <inkml:trace contextRef="#ctx0" brushRef="#br0" timeOffset="77627.99">10319 8864 749 0,'0'0'472'0,"0"0"283"16,0 0-324-16,0 0 36 0,26 42 112 16,-26-19-326-16,0 3-117 15,0-3-64-15,7-4 38 0,-7-1-110 16,0-7-72-16,0-4 50 0,0-1-110 16,0-3-162-16,0-2 272 0,0 0 6 15,0-1 16-15,0-1-10 16,0-7 4-16,0-7-249 0,0 0 149 15,0-4 26-15,0-4-3 0,0 1 83 16,0-1 0-16,0-1-100 0,3 2-35 16,10 8 135-16,0 2 29 0,0 5 132 15,3 6 31-15,0 1 81 16,0 7-130-16,-6 4 15 0,6 0 129 16,3 3-33-16,-6 0-58 0,-3 6-75 15,0 0 46-15,-4-1-106 0,1 2-33 16,-7-3 55-16,0-1-83 0,0-2 15 15,-7-1-15-15,4-2 0 0,-10-3 22 16,3-1-16-16,-3-1-6 0,-6-4-31 16,3 1 29-16,0-1 2 15,-4-2-95-15,-2-1 58 0,-1 0 0 16,7 0-402-16,6 0 131 0,1 1-344 16,2-1-1231-16</inkml:trace>
  <inkml:trace contextRef="#ctx0" brushRef="#br0" timeOffset="78401.64">10914 8931 1672 0,'0'0'525'0,"3"44"-237"15,0-27-126-15,7-2-75 0,-4-4 16 16,4-2-26-16,-3-3-26 0,2-2-31 16,1-3 13-16,-4-1-33 15,-6 0 0-15,10-6 19 0,-4-5 35 16,7-3 1-16,-3-7 9 0,-3-1-23 16,-4 1-28-16,3 2 35 0,-3-1-48 15,1 1-51-15,-1 6 22 16,3 3-22-16,-2 6-67 0,-4 3 118 15,6 0 0-15,-6 1 12 0,10 8 1 16,3 12 121-16,-4 2 182 0,1 4-92 16,0-1-82-16,-4-7-114 0,1-4 47 15,-1 1-75-15,-3-8-31 0,4 0 15 16,-4-4 16-16,-3-2-170 16,7-1 170-16,-7 0-28 0,9-4 12 15,1-7 16-15,3-8 0 0,-3-1-65 16,2-1 49-16,-2 1 7 0,0 3-159 15,-4 5 155-15,1 4-38 0,-4 3-127 16,-3 4 146-16,10 0 13 0,-4 1 16 16,-6 1 3-16,10 10 99 15,-1 4 187-15,-2 5-62 0,-1 2-108 16,1-3-97-16,-4-5 53 0,7-2-72 16,-7-2-181-16,0-5 71 15,-3 0-156-15,0-2-451 0,7-3 132 16,-4 0-569-16</inkml:trace>
  <inkml:trace contextRef="#ctx0" brushRef="#br0" timeOffset="78621.02">11421 8926 871 0,'0'0'1489'15,"0"37"-1175"-15,0-16-86 0,0-7-42 16,0 0-64-16,0 0-58 0,10-2-48 15,-4-4 3-15,4 0-19 0,3 1 6 16,3-5-6-16,0 1 0 0,0-3 22 16,0-1-18-16,-3 1-4 15,3-2-10-15,-6-2-6 0,-4 0-99 16,1-3-544-16,-1 3-37 0,-6 0-337 16</inkml:trace>
  <inkml:trace contextRef="#ctx0" brushRef="#br0" timeOffset="78737.75">11534 8994 1133 0,'0'0'648'15,"0"0"-567"-15,0 0 30 0,0 0 44 16,0 0-113-16,0 0 1 0,0 0 6 16,35-35-49-16,-35 23-470 0,0 1-1322 0</inkml:trace>
  <inkml:trace contextRef="#ctx0" brushRef="#br0" timeOffset="79176.84">11511 8868 1090 0,'0'0'1066'0,"0"0"-829"0,0 0-18 16,42 1 20-16,-26-6-79 0,1 2-12 16,-1-1 53-16,0-2-14 15,6 4-38-15,-12 1-64 0,6 2 16 16,-6 1-101-16,0 4 37 0,-4 3-11 15,4 6 33-15,-4 4-50 0,-6 5 105 16,0-1-58-16,0-5-46 16,0 1 68-16,0-5-78 0,0-2-72 0,-3-4 71 15,0-4-93-15,3 0-249 16,-3-2 214-16,-4-2-43 0,7 0-115 16,0-10 118-16,-3-3-88 0,0-8 199 15,-1-2 58-15,-2-2 83 0,6 2-83 16,0-3-48-16,0 3-32 0,6 5 80 15,4 2 157-15,3 8 81 0,0 0 52 16,0 6-55-16,6 2-33 0,-3 3-126 16,1 7 56-16,-1 2-25 15,0 3-1-15,0 2 72 0,-6 1-76 16,-4 1-99-16,4 0 118 0,-10 0-121 16,0 0 40-16,0 0-19 0,-10-2-21 15,0 0 10-15,-2-1-10 16,-5-5 0-16,-2 1-4 0,-4 0-39 15,4-2 43-15,-4-3-362 0,4-2 187 16,-4 0-143-16,7-4-1216 0,0-1-669 16</inkml:trace>
  <inkml:trace contextRef="#ctx0" brushRef="#br0" timeOffset="79837.59">12199 8830 714 0,'0'0'1060'0,"-9"57"-667"0,5-21-176 0,1-6-42 15,3 1 137-15,3-4-148 0,1-3-78 16,-1-5-60-16,6-5 6 0,-5-5-30 16,5-3 11-16,1-5 38 15,6-1-16-15,4-7 16 0,-1-7 54 16,0-4-22-16,4-1-58 0,-4 0 41 15,-2-2-66-15,-1 5 10 0,0-2-10 16,-3 2 0-16,-4 4-6 0,-2 3 6 16,-4 3 0-16,-3 3 3 15,0 3-3-15,0 0 28 0,0 0 23 0,0 1-51 16,-6 8-13-16,-4 4-164 16,-6 5 177-16,13 0 0 0,-4 4 3 15,7 0 54-15,0 1 0 0,0-3 70 16,3-1 52-16,4-4-50 0,-1-1-107 15,4-4 56-15,-4-3-78 0,1-4-198 16,-4 0 129-16,7-3-101 0,3-5-322 16,3-4 194-16,-3-5-179 15,-7 2-897-15</inkml:trace>
  <inkml:trace contextRef="#ctx0" brushRef="#br0" timeOffset="80008.39">12587 8868 2476 0,'0'0'553'15,"0"0"-173"-15,0 0-91 0,0 0-47 16,0 0 50-16,0 0-37 0,0 48-79 16,0-26-176-16,6 0 24 0,-2-4-39 15,-1 1 15-15,0 1-250 0,-3-3 175 16,0 1-96-16,6-3-535 16,-6 0 73-16,0-7-583 0</inkml:trace>
  <inkml:trace contextRef="#ctx0" brushRef="#br0" timeOffset="80192.57">12529 9107 2434 0,'0'0'595'16,"0"0"-132"-16,0 0-219 0,0 0-74 16,38-9-38-16,-18 2 22 0,-4 3-80 15,0-3-61-15,0 4 55 16,0-2-68-16,-6 0-25 0,-3 1 22 15,2 0 3-15,-9 0-165 0,7 2 134 16,-7-2-123-16,3-2-728 0,0 4-373 16,-3-6-277-16</inkml:trace>
  <inkml:trace contextRef="#ctx0" brushRef="#br0" timeOffset="80475.16">12496 8750 792 0,'0'0'697'16,"0"0"-141"-16,0 0 162 0,49-11-426 15,-27 7-30-15,-2 2 97 0,9-3-126 16,-3 4-155-16,0-2-43 0,-1 3-48 16,-2 0 13-16,-4 7-311 15,4-1 159-15,-7 3-297 0,-6-2-1748 16</inkml:trace>
  <inkml:trace contextRef="#ctx0" brushRef="#br0" timeOffset="80690.88">12832 9147 2270 0,'0'0'1575'0,"0"0"-1084"0,0 0-324 16,0 0-139-16,0 0-6 0,0 0-44 15,0 0-133-15,0 0-576 0,0 0-713 16,10-17-748-16</inkml:trace>
  <inkml:trace contextRef="#ctx0" brushRef="#br0" timeOffset="134896.69">20083 7466 209 0,'0'0'166'15,"0"0"577"-15,0 0-307 0,0 0 32 16,0 0-286-16,0 0-53 0,0 0 65 16,0 0-77-16,0 0-30 0,-25-5 12 15,18 5-47-15,-3 5-49 0,-3 5 23 16,4 2-26-16,-4 6 32 0,3-4-3 15,4 4 28-15,-1 0-24 0,1 3-14 16,-1 2 42-16,7 1 6 0,0 1 44 16,0 3 4-16,0-3-58 15,7 0-47-15,2-1 28 0,4-2-38 16,0-1-55-16,3-3 42 0,4-4-32 16,6-3-232-16,0-1 110 15,-1-7-144-15,4-3-362 0,-3 0 175 16,-10-3-16-16</inkml:trace>
  <inkml:trace contextRef="#ctx0" brushRef="#br0" timeOffset="135193.7">20335 7574 833 0,'0'0'325'16,"0"0"235"-16,0 0-219 0,0 0-66 16,20 32 90-16,-17-17-197 0,0 5-43 15,0-3-10-15,-3 1-44 16,4-2-71-16,-4 1 3 0,3-2-22 15,0 0 12-15,-3-1-297 0,3-3 40 16,-3-2-105-16,4-2-577 16,-4-5 262-16</inkml:trace>
  <inkml:trace contextRef="#ctx0" brushRef="#br0" timeOffset="135831.25">20487 7542 1194 0,'0'0'401'0,"0"0"144"0,0 0-338 16,0 0-16-16,36 34 93 0,-27-17-152 15,1 1-39-15,0 0-45 0,-4-3-7 16,1-1-41-16,-4-2-39 0,3-1 37 16,-2-1-51-16,-4-3-191 15,3-4 93-15,-3-1-4 0,0-1-114 16,0-1 188-16,0 0 81 0,0-6 104 16,-7-8-104-16,4 0-29 0,-3-3 15 15,-1-1 12-15,1 0-34 0,-1 1-29 16,4-3-9-16,0 3-56 0,3 1-169 15,6 3 237-15,4 1 62 0,3 2 114 16,0-1 45-16,3 4 72 16,0-1 138-16,0 2-156 0,-3 3 3 15,0 3 120-15,-3 0-150 0,-4 3-56 16,1 2-70-16,-4-1 19 0,0 5-63 16,-3 4 16-16,0 1-19 0,0 2-13 15,-3-4-7-15,-4 2 7 16,-2-2 0-16,2-2-76 0,1 0 73 15,3-4-22-15,3-1-96 0,-4-1 80 16,4 2-58-16,-3-2-210 0,3 3 132 16,3-5 13-16,4 1 3 15,3 0 129-15,2 0 32 0,5-1 115 16,-4 0 27-16,-1 1-7 0,-5 1 41 16,-1-1-29-16,-2 0-9 0,2 0-5 15,-6 2-18-15,3-1-43 0,0 3-59 16,-3-1 85-16,-3 2-60 0,3-1-26 15,-3 0 48-15,0-1-60 0,-4 0-116 16,1-1 84-16,-1-3-37 16,4 0-182-16,0-2 56 0,3 0-138 15,0-4-676-15,0-1-119 0,3-7 393 0</inkml:trace>
  <inkml:trace contextRef="#ctx0" brushRef="#br0" timeOffset="136105.1">20881 7548 1108 0,'0'0'492'0,"0"0"-148"0,0 0 71 15,3 38-227-15,-3-23-62 0,-3-1 0 16,3 2-42-16,0-3-30 0,0 1-15 16,0-2 19-16,3 1-20 0,4 2-15 15,3-3 44-15,-1 1-23 0,4-3-15 16,0-3 35-16,0 1-64 0,0-3 29 15,3-1-32-15,-10-2 3 0,7-1-122 16,-6-1 74-16,-1 0-32 16,-2 0-225-16,-1 0 70 0,0-2-17 15,0-1-235-15,-3-2 51 0,3 1-131 16</inkml:trace>
  <inkml:trace contextRef="#ctx0" brushRef="#br0" timeOffset="136268.95">20946 7634 1151 0,'0'0'1096'16,"0"0"-776"-16,0 0 121 15,0 0-185-15,0 0-49 0,45-6-26 16,-32 1-58-16,0 2-123 0,0-3-54 16,-7 2 52-16,1 2-99 0,-4-1-217 15,0-1 130-15,4 0-98 0,-4-3-308 16,-3 3 26-16,3-1-57 0</inkml:trace>
  <inkml:trace contextRef="#ctx0" brushRef="#br0" timeOffset="136428.56">20930 7513 1119 0,'0'0'511'0,"0"0"-105"16,0 0 38-16,0 0-266 15,0 0-30-15,0 0-29 0,0 0-71 16,38-16-48-16,-22 10-30 0,1 1 14 15,-1 0-58-15,-3 0-255 0,3 2 38 16,0-2-127-16,-3 2-543 0,-3 1 172 16</inkml:trace>
  <inkml:trace contextRef="#ctx0" brushRef="#br0" timeOffset="136689.67">21146 7458 653 0,'0'0'815'16,"0"0"-305"-16,0 0-47 0,0 0 75 16,0 0-253-16,0 0-43 15,29 37 61-15,-26-17-89 0,1 3-94 16,-1 2-67-16,0-2 46 0,-3 1-99 16,3-1-24-16,-3 0-8 0,3-4 32 15,1-2-273-15,-1-2 145 16,0-1-81-16,0-6-313 0,1-2 217 15,-1-4-101-15,0-2-477 0,0 0 359 16,1-1 19-16</inkml:trace>
  <inkml:trace contextRef="#ctx0" brushRef="#br0" timeOffset="137214.51">21346 7520 1332 0,'0'0'576'0,"0"0"-207"0,0 0-3 16,0 0-209-16,0 0 23 0,0 0 89 16,-3 40-84-16,3-21-42 15,0 1 18-15,0 0 28 0,3 0-44 16,0 2-51-16,1-3 24 0,5 3-118 16,-2-3 31-16,6-4-31 15,-4-2 0-15,8-3-80 0,-1-3 62 16,0-4 18-16,0-2-144 0,0-1 144 15,-3-1-51-15,3-5-90 0,-6 1 125 16,-4-2-3-16,-2 2-63 16,-1-2 82-16,0 0 0 0,-3-4 16 15,0-1 28-15,-3 3-44 0,-7 1 0 16,1-1-2-16,-1 2 2 0,-3-2 0 16,3 4 19-16,7 3 53 0,0 0-12 15,-4 1 75-15,4 1-53 0,-3 0-70 16,2 0 60-16,1 0-72 0,3 1-28 15,-3 2 26-15,3 1 2 16,0-1-88-16,0 1 87 0,0 0 1 16,3-1-93-16,0 0 76 0,1 2 17 15,-1-3-57-15,0 0 57 0,0-1 0 16,1 0 7-16,-1-1-7 0,-3 1 0 16,3-1 18-16,-3 0-2 15,0 0-16-15,3 0-9 0,-3-1 9 16,0-1 0-16,0 1 22 0,0-1 13 15,0-3-35-15,0 2-198 0,0 0 103 16,0-1-117-16,0 2-448 16,0-1 264-16,0 2-54 0,0-2-425 15,0 0 334-15,0-1-109 0</inkml:trace>
  <inkml:trace contextRef="#ctx0" brushRef="#br0" timeOffset="142457.95">21740 7494 134 0,'0'0'365'0,"0"0"760"0,0 0-421 0,0 0-384 15,0 0-50-15,0 0 6 0,0 0-120 16,0 0-45-16,-6-28-15 16,3 27 11-16,3 1-81 0,-4-1 8 15,1 1-21-15,3 0-13 0,-3 3 2 16,0 3 29-16,-1-1-8 0,1 4-8 16,0 3 48-16,-3 7-53 0,6-2 18 15,-4 2 32-15,4-1-60 0,0-3 37 16,4 2-37-16,2-4 0 0,0 1-41 15,4-3 41-15,0-5 0 0,3-1-121 16,0-2 120-16,0-3-23 0,0 0 14 16,-1-6 10-16,1 0 44 15,-3-3-28-15,0-2 103 0,-4 1-72 16,1-3-34-16,-7 0 91 0,0 1-35 16,0-1-54-16,-7-1 91 15,-3 2-106-15,1-2 15 0,-7 3-39 16,3-2 24-16,-3 6-200 0,6 0 185 15,0 3-77-15,4 2-219 0,3 1 197 16,-1 1-99-16,4-1-398 16,0 1 42-16,0-1-409 0</inkml:trace>
  <inkml:trace contextRef="#ctx0" brushRef="#br0" timeOffset="142749.41">21860 7363 1642 0,'0'0'448'0,"0"0"-7"0,0 0-283 0,0 0 19 16,0 0 99-16,0 0-82 15,35-21-44-15,-22 23-33 0,3 6 6 16,-3 3-34-16,3 1-58 0,1 6 63 15,-4-2-37-15,-4 7-57 0,1 2 95 16,-4 3-95-16,-2 4 47 16,-4 2-32-16,-4 1-15 0,-2 0-6 15,-4 0 5-15,-3-2 1 0,0-4-211 16,-3-2 164-16,-3-2-47 0,3 0-137 16,0-3 152-16,3-3-99 0,0-3-319 15,6-3 68-15,1-6-298 0</inkml:trace>
  <inkml:trace contextRef="#ctx0" brushRef="#br0" timeOffset="153419.32">17099 8658 352 0,'0'0'711'16,"0"0"-506"-16,0 0-42 0,0 0 156 15,0 0-115-15,0 0-12 0,0 0 93 16,0 0-131-16,0 0-5 0,10-23 37 16,-17 23-64-16,-3 5-80 0,-2 3-39 15,-8 3-3-15,11 4 0 0,-8 0 3 16,4 0 10-16,1 5-13 15,2 2 13-15,0 2-13 0,0 1 0 16,7 3 1-16,0 2 12 0,3 3 6 16,0 0-16-16,3 0 23 15,4-2-26-15,6-5-61 0,-4-3 60 16,7-2 1-16,1-5-65 0,2 0 63 16,4-3-9-16,-1-3-63 0,-6-5 36 15,10 1-39-15,-3-2-113 16,-4-3 67-16,1-1-90 0,-4 0-527 15,-7 0-16-15</inkml:trace>
  <inkml:trace contextRef="#ctx0" brushRef="#br0" timeOffset="154064.66">17380 8748 377 0,'0'0'193'0,"0"0"22"0,0 0 182 15,0 0-143-15,0 0 19 0,0 0 85 16,0 0-183-16,0 0-33 15,0 0 58-15,0 0-67 0,6-34-17 16,-6 32-1-16,4 0-28 0,-4 1-29 16,0 1-49-16,0 0-6 0,0 0-3 15,0 0-67-15,0 3 67 16,0 4 58-16,0 3 44 0,0 5 3 16,0 2-44-16,-4 1-58 0,1 1 48 15,0-3-51-15,3 0-41 0,-3-1 28 16,3-1 3-16,0-1-133 15,0-1 101-15,0-3-44 0,3-4-140 0,-3 1 139 16,3-4-58-16,0 1-107 16,4 2 168-16,-1-3 32 0,1 0-3 15,9-2 54-15,0 0-12 0,0 0 13 16,-3 0-1-16,-3 1-1 0,3 0-14 16,-4 3-4-16,-2-2 20 0,-4 1 4 15,0-3-2-15,4 3 20 16,-1 1-6-16,-2 1 0 0,2-2-16 15,-3 2-55-15,0-1-208 0,-3 2-336 16,0-4-555-16</inkml:trace>
  <inkml:trace contextRef="#ctx0" brushRef="#br0" timeOffset="154483.94">17693 8733 1190 0,'0'0'153'0,"0"0"-114"0,0 0-21 0,0 0 70 0,0 0 75 0,-26 46 74 16,23-29-117-16,3 2 0 15,0 1 139-15,0 0-126 0,7-1-4 16,-1 2 12-16,4-7-67 0,-1 0-33 16,4-7-9-16,4 0 13 0,-5-3-38 15,5-4 2-15,-1 0 20 16,-3-6 10-16,-4-2-20 0,1-1 61 16,-3-3-23-16,-1 0 39 0,-6 0 57 15,0-3-4-15,0-1 3 16,0 1-20-16,-10 0-98 0,1-1-6 0,-4 2 1 15,-3-1-29-15,-1 0-214 16,4 4 40-16,1 5-51 0,8 1-149 16,-2 3 278-16,-1 1-14 0,7 1-89 15,0 0-37-15,0 1-371 0,0 2-529 16,0 1 640-16</inkml:trace>
  <inkml:trace contextRef="#ctx0" brushRef="#br0" timeOffset="154968.76">17939 8736 424 0,'0'0'1004'15,"0"0"-507"-15,0 0-429 0,0 0 20 16,0 0 294-16,0 0-150 16,0 0-35-16,0 0 10 0,0 0-98 15,-16 34-39-15,16-16-10 0,-4-1 55 16,4 4-29-16,0-2-26 15,0-1 41-15,4 2-76 0,2-5 4 0,4 3-7 16,3-5-22-16,0-1-42 16,-1-4 41-16,5-4 1 0,2-2-70 15,-3 0 70-15,0-1 0 0,-3-5-44 16,0 1 44-16,-3-4 0 0,-4 4-13 16,-2-1 13-16,-1-1 7 0,-3 2 8 15,0-2 58-15,0-1-60 16,-3-2-1-16,-10 2-24 0,0 0-13 15,0 3-83-15,0 2 108 0,3 0 0 16,7 1 2-16,0-1 39 0,-7 1-31 16,10 0 12-16,-3 0 22 15,3 0-44-15,0 0-25 0,0 0 6 16,0-1-16-16,3 0-213 0,10-2 236 16,0 0 12-16,6-2-23 0,-3-2 23 15,1 4 0-15,-8-2-6 0,1 3 6 16,-4 1 0-16,-2-1 1 15,-4 1-1-15,6 1 13 0,-3-1-7 16,-3 0 61-16,4 0-10 0,-4 1-19 16,0 0 54-16,0 0-76 0,0 0 16 15,-4 0-64-15,4 0-69 0,-3 0-500 16,3 0 24-16,-6 0-511 0</inkml:trace>
  <inkml:trace contextRef="#ctx0" brushRef="#br0" timeOffset="155686.26">18349 8722 585 0,'0'0'270'0,"0"0"-32"0,0 0 176 0,0 0-135 0,0 0-42 16,0 0 100-16,0 0-175 0,0 0-36 15,0 0 93-15,-7-13-65 16,4 13-48-16,-3 0-68 0,6 3 10 16,-7 2-48-16,-2 5 19 0,5 6-3 15,-2 0 22-15,-1 4-15 0,7 0 75 16,0 2-37-16,0-2-36 15,0 5 48-15,7-4-73 0,-1-1-9 16,-2-3-7-16,9-4 16 0,-1-3-127 16,-2-4 108-16,6-4-35 0,-3 0 9 15,0-1 45-15,0-5 0 0,-3 0 13 16,-4 0 28-16,1-1-15 0,-4 2-23 16,0-3 73-16,0 1-25 0,-3-3 0 15,0 2 50-15,-3-3-73 16,-10 0-9-16,4-2 6 0,-4 0-25 15,3 6-57-15,3-1 57 0,4 5 0 16,3 1 3-16,-3-1 25 0,3 0-28 16,0 1-31-16,0-1 18 0,3 0-25 15,0-1-120-15,4-1 158 16,-1 2 0-16,1 0 3 0,-4 0 51 16,13 0-54-16,-3 1 35 0,0-2-35 15,3 2 0-15,-3-1-13 16,-3 1 13-16,-1 0 0 0,1 0-86 15,-3 0 48-15,6-1-153 0,-10-2-526 16,-3 2-324-16,9-2-429 0</inkml:trace>
  <inkml:trace contextRef="#ctx0" brushRef="#br0" timeOffset="156094.64">18614 8713 894 0,'0'0'541'0,"0"0"-92"0,35-11-284 16,-28 9 7-16,2 2 48 0,-5 0-181 16,2-1-23-16,1 1-6 0,-4 0-8 15,3 0-2-15,-2 0-13 16,-1 0-35-16,-3 1-30 0,0 2-129 0,-3 3-30 15,-7-1 49-15,0 5-24 16,0 0 212-16,-2 0 26 0,2-1 251 16,3 1-174-16,-2-1-38 0,2 0-9 15,4-2-44-15,0-3 14 0,-7 3 72 16,10-2 22-16,0 3-14 0,0-1 78 16,0 0-26-16,0 1 0 0,0-2 70 15,7 3-97-15,-4-1-42 16,3-3-64-16,-6 4 39 0,0-1-61 15,7-2 26-15,-4 1-13 0,-3-2-16 16,0 1 25-16,0 0 0 0,-10 0-25 16,10-2-76-16,-6 1-19 0,-4-3-71 15,7-1-238-15,-4-1 127 16,1-1-147-16,3-2-927 0,-1-7 595 0</inkml:trace>
  <inkml:trace contextRef="#ctx0" brushRef="#br0" timeOffset="156432.82">18756 8811 95 0,'0'0'996'0,"0"0"-391"16,0 0-367-16,0 0 99 0,3 42 179 16,0-32-313-16,-3-2-33 0,4-4-30 15,2 4-44-15,4-4-45 16,3 1-45-16,0-4 77 0,3-2-23 15,3-5-7-15,-6-1 99 0,3-3-17 16,-6 2 7-16,0 2 36 0,-4 1-79 16,-6-1-99-16,3 0 112 0,0 0-41 15,-3-3-68-15,-3-3 124 0,-6 2-127 16,-4 0-56-16,3 2 22 16,3 6 31-16,1 1-142 0,0 1 111 15,-1 0 21-15,-3 0-217 0,4 0 174 16,-4 1-108-16,7 1-268 15,-3 3 119-15,-1-2-194 0,7 0-923 16,-3-2 179-16</inkml:trace>
  <inkml:trace contextRef="#ctx0" brushRef="#br0" timeOffset="156694.95">18959 8674 1129 0,'0'0'479'16,"0"0"-187"-16,0 0-208 0,0 0 166 15,0 0 309-15,0 0-277 16,33 41-80-16,-27-13 17 0,1 0-38 16,-1 4-39-16,-3-2-29 0,-3 3 51 15,7-2-52-15,-7 2-71 0,0 0 95 16,0-3-136-16,0-2 13 0,-7-1-26 15,1-3 13-15,-4-1-205 16,-3-1 130-16,0-3-129 0,0 0-711 16,4-8-115-16,2-3-398 0</inkml:trace>
  <inkml:trace contextRef="#ctx0" brushRef="#br0" timeOffset="168934.96">22267 8519 123 0,'0'0'509'0,"0"0"302"16,0 0-457-16,0 0-104 0,0 0 61 15,0 0-181-15,0 0 21 16,0 0 104-16,-7-10-69 0,7 10-36 15,0 0-13-15,0-1-45 0,0 1-92 16,7 0 10-16,-1 0-10 0,10 4 32 16,7 0-16-16,3-1 63 0,3 0-41 15,6-2-35-15,4-1 82 16,6 0-19-16,7-2-18 0,6-1 96 16,4-3-49-16,-1 1-79 15,4 1 74-15,-1-2-90 0,-2 3-3 0,-1-2 3 16,-3 3 0-16,-3-1-121 15,-3 0 120-15,-1-2-74 0,-6 2-268 16,-12 1-122-16,-7-3-845 0</inkml:trace>
  <inkml:trace contextRef="#ctx0" brushRef="#br0" timeOffset="171716.05">22076 8761 479 0,'0'0'515'15,"0"0"-264"-15,0 0-36 16,0 0 101-16,0 0-141 0,0 0-23 15,0 0 75-15,0 0-114 0,0 0 26 16,13-17 16-16,-13 17-94 0,0 0-3 16,-3 0-19-16,0 1-4 0,-7 3-35 15,0 6 0-15,-3 1 22 16,0 3 17-16,4 3-33 0,-4 1 39 16,3 2-19-16,-3 4-4 0,4 3 58 15,2 1-19-15,4 0-10 0,0-2 32 16,3-1-29-16,0-2-54 15,9 0 57-15,1-3-57 0,3-3-72 16,3 0 71-16,3-6-36 0,4-2-148 16,3-3-46-16,3-3-194 0,-3 0-841 15,-7-3 224-15</inkml:trace>
  <inkml:trace contextRef="#ctx0" brushRef="#br0" timeOffset="172418.44">22325 8816 564 0,'0'0'189'0,"0"0"17"0,0 0 136 16,0 0-144-16,0 0-25 0,0 0 60 15,0 0-132-15,0 0-20 0,0 0 29 16,13-14-64-16,-10 18-44 0,0 5 59 16,1 4 27-16,2 4 6 0,-3-1 44 15,0 2-63-15,1-2-14 16,-1-2-3-16,0 2 0 0,0 0-23 15,1-4-25-15,2 1 25 0,-3-3-35 16,0-3 3-16,1-4-4 16,-1-2 1-16,3 0 0 0,4-1 13 0,3-5 16 15,3-5-10-15,0-3 19 16,4-1-38-16,-4-3-92 0,-3 4 44 16,3-1-45-16,-3-1-100 0,-3 2 80 15,-1 5-71-15,-6 1-352 0,1 3 218 16,-4 1 96-16,0 2-107 15,0 0 65-15,-4 0-179 0</inkml:trace>
  <inkml:trace contextRef="#ctx0" brushRef="#br0" timeOffset="172547.76">22473 8903 205 0,'0'0'685'0,"0"0"-489"0,0 0-47 0,0 0 141 16,0 0-30-16,4 41-39 0,5-28 45 15,4 1-150-15,0-1-25 16,0-3-23-16,0 1-39 0,-3-4-29 15,3 1-221-15,0-1-252 0,-4-2-152 16,1-3-632-16</inkml:trace>
  <inkml:trace contextRef="#ctx0" brushRef="#br0" timeOffset="172877.75">22683 8947 88 0,'0'0'1027'0,"0"0"-496"16,0 0-427-16,0 0-7 0,0 0 166 15,0 0-72-15,0 0-55 0,36-21-36 16,-23 10-74-16,-3-1-23 0,2 2 16 16,-2 1 11-16,0 0-30 15,0 3-11-15,-4 1 10 0,-3 3-14 16,4 1-37-16,-4 0 23 0,0 1-7 15,4 0-29-15,-4 1 65 0,0 2 13 16,4 5 40-16,-4 0 28 0,0 2 3 16,7 3 12-16,-4 0-42 0,-3 0-15 15,4-1-29-15,-4-4 3 16,0-3-13-16,4 1-27 0,-1-2 1 16,1 5-109-16,-1-2-409 0,1-1 31 15,-1-4 38-15,1 1-654 0</inkml:trace>
  <inkml:trace contextRef="#ctx0" brushRef="#br0" timeOffset="173087.85">22712 8929 112 0,'0'0'1532'0,"0"0"-1194"15,0 0-107-15,0 0-176 0,0 0 71 16,0 0 193-16,46-2-180 0,-30 2-59 15,3 0-61-15,1 2 7 0,-4-2-26 16,3 1-22-16,-3 4-14 0,4-2-137 16,-4 0-513-16,-3-1-29 15,-4-2-319-15</inkml:trace>
  <inkml:trace contextRef="#ctx0" brushRef="#br0" timeOffset="173345.27">23039 8882 1756 0,'0'0'315'0,"0"0"-185"15,0 0-17-15,0 0-39 0,0 0 7 16,0 0 90-16,-16 46-80 0,6-31-27 15,3 1-38-15,1-4 9 0,-4-3-35 16,7-3-10-16,0 0 9 0,0-4-37 16,3 1-178-16,-4-2-46 0,4 0-111 15,0-1-323-15,0-2 439 16,7-9-4-16</inkml:trace>
  <inkml:trace contextRef="#ctx0" brushRef="#br0" timeOffset="173582.96">23016 8904 462 0,'0'0'274'0,"0"0"-72"0,0 0 146 15,0 0-113-15,0 0-40 0,36-14 133 16,-23 21-163-16,-1 6 36 0,5 3 186 16,-4-1-226-16,-1-2-87 0,5-4-55 15,-4 2 23-15,-1-7-36 0,5 2 7 16,-1-4 25-16,-3-2-6 0,0 0 10 16,-4-4 82-16,-2 0-13 0,-1 1-12 15,-3 0 27-15,1-4-25 0,-1 2-28 16,0-3 24-16,-3-1-97 15,0 0-75-15,0-1 53 0,-6-1-114 16,-4-4-324-16,0 3 236 0,4 3-120 16,-1 4-368-16,7 0 98 0,0 1 11 15</inkml:trace>
  <inkml:trace contextRef="#ctx0" brushRef="#br0" timeOffset="173936.46">23449 8826 1096 0,'0'0'495'15,"0"0"-339"-15,0 0 72 0,0 0 267 16,0 0-188-16,0 0-153 0,0 0-154 16,0 0 0-16,0 0-2 0,-42 9 2 15,32-6 61-15,4 0-3 16,-1 4-20-16,1-4 10 0,3 3-48 15,-1-2-38-15,4 2 38 0,0-1-42 16,4-2-53-16,2 4 95 0,7-3 19 16,3 1 26-16,0-3 22 0,-3 0-67 15,0 0 13-15,-3 3-15 16,-4-3 2-16,1 0-32 0,-4 1 32 16,0 2 0-16,0-1 2 0,-3-1 8 15,0 5-10-15,-3-1 19 0,-6 1-38 16,-1 2 19-16,-3 0-100 15,0-1 98-15,3-5-17 0,7 0-84 16,-3-2 7-16,2-1-95 0,1-1-388 16,0 0 49-16,3 0-40 0</inkml:trace>
  <inkml:trace contextRef="#ctx0" brushRef="#br0" timeOffset="174326.84">23565 8832 551 0,'0'0'307'0,"0"0"-70"15,0 0 193-15,7 35-212 16,-4-20-59-16,0-2 55 0,0-4-113 16,1-3-36-16,-1-1 28 0,0-2-8 15,7-2 31-15,-1-1 109 0,8 0-48 16,-1-1-36-16,3-8-71 15,-3 1-25-15,-3 1-45 0,-3 0-69 16,0 4 50-16,-7 1-20 0,0 0-12 16,0-1 51-16,0 0 0 0,1 2-23 15,-4 1 21-15,0 0 2 0,0 2 0 16,0 6 96-16,-4 0-23 0,-2 3 26 16,3 2 25-16,0-1-41 15,3-3-80-15,-4-1 35 0,4-1-38 16,0-4-92-16,4 4 90 0,-1 0-78 15,6 0-213-15,1-4 91 0,6 0-56 16,0-3-620-16,-3-6 230 0,-6 2-348 16</inkml:trace>
  <inkml:trace contextRef="#ctx0" brushRef="#br0" timeOffset="174731.45">23798 8804 274 0,'0'0'1838'0,"0"0"-1408"0,0 0-111 16,0 0-232-16,0 0-87 0,0 0 0 15,0 0 0-15,0 0 16 0,0 0-13 16,0 0 29-16,42 33-32 0,-26-30-5 16,0 0 5-16,0-1 0 15,-3-1-29-15,0-1 26 0,0 0-23 16,0 0-18-16,-7-1 44 0,1 1 0 15,-1-2 3-15,-3 0 35 0,1 1-9 16,-4 0-26-16,3 0 33 0,-3 0-36 16,3 0 2-16,-3 1 59 0,0 0 0 15,0-1 2-15,0 1 49 16,0 0 9-16,0 0-16 0,0 0-20 16,0 0-85-16,0 2 35 0,0 2-6 15,0 4-26-15,0 1 29 0,3 4-7 16,-3 3-25-16,0 0 22 15,4 1-22-15,-4-1 0 0,0-1-3 16,0-1 3-16,-4 2 0 0,1-4-94 16,3 1 66-16,-3-2-80 0,0-2-188 15,-1-3 165-15,1-3-74 0,3 1-435 16,-3-2 37-16,-3-2-120 0</inkml:trace>
  <inkml:trace contextRef="#ctx0" brushRef="#br0" timeOffset="174914.99">23882 8916 1233 0,'0'0'358'0,"0"0"52"0,0 0-219 16,0 0-26-16,38 0 52 0,-21 0-140 16,-1 0-35-16,3-2-42 0,1 1 13 15,-1-5-13-15,0 3-97 0,1-1-210 16,-1-1-283-16,-3 2-573 15</inkml:trace>
  <inkml:trace contextRef="#ctx0" brushRef="#br0" timeOffset="175126.46">24150 8884 891 0,'0'0'808'0,"0"0"-308"15,0 0 71-15,0 0-333 0,0 0-68 16,0 0-20-16,0 0-52 0,-16 34-37 15,16-26-10-15,0 0 44 0,3-1-45 16,3 1-43-16,-2-3 87 0,2 3-28 16,4 0-37-16,-1-3 87 0,4 1-107 15,3-3 38-15,1-1-53 16,-4-2 6-16,-1-1-201 0,1-2 132 16,4-3-73-16,-8 2-248 0,-2-3 31 15,2 1-287-15,-5 0-1022 0</inkml:trace>
  <inkml:trace contextRef="#ctx0" brushRef="#br0" timeOffset="175320.11">24224 8869 1153 0,'0'0'615'0,"0"0"-375"16,0 0-188-16,0 0 88 15,0 0 186-15,0 0-158 0,0 0-58 16,0 0-88-16,0 0-22 0,39 21-71 15,-33-21-238-15,1-3-90 0,-1 0-202 16,-3 1-556-16</inkml:trace>
  <inkml:trace contextRef="#ctx0" brushRef="#br0" timeOffset="175507.66">24185 8806 134 0,'0'0'1649'0,"0"0"-923"0,0 0-413 15,0 0-53-15,0 0 23 16,0 0-146-16,0 0-118 0,0 0 9 16,42-7-20-16,-19 1-8 0,0 1-111 15,-1-2 109-15,4 1-48 0,0-1-113 16,3 0 99-16,-3 2-118 0,0-2-687 16,-7 3-269-16</inkml:trace>
  <inkml:trace contextRef="#ctx0" brushRef="#br0" timeOffset="175970.12">24521 8668 1633 0,'0'0'681'0,"0"0"-232"0,0 0 0 0,0 0-226 16,0 0-106-16,0 0-75 0,0 0 37 16,0 0-29-16,49 49-40 0,-33-23 106 15,0 1-9-15,-3 2 16 0,-7 2 30 16,1 1-53-16,-4 1-51 15,-3 0 69-15,0-2-118 0,-3-1 25 16,-7 1-44-16,0-5 19 0,-2 4-295 16,-8-4 91-16,4 1-164 0,0-9-898 15,0-2-651-15</inkml:trace>
  <inkml:trace contextRef="#ctx0" brushRef="#br0" timeOffset="-176340.9">25552 7678 1231 0,'0'0'0'0,"0"0"0"15,0 0 793-15,0 0-546 0,0 0-66 16,0 0 10-16,0 0-95 0,0 0-19 15,-23 25-19-15,23-21-19 16,0 1-10-16,3 2-26 0,7 0 80 16,9 1 7-16,10-3 70 0,4 0-11 15,2-4-15-15,4 0-14 16,6-2-10-16,4-4-100 0,-1 1 28 16,0 2-16-16,1-2-22 0,-4 1-10 15,-3 0-34-15,0 0 28 0,-6 1-325 16,-4-2 153-16,-3 3-107 0,-3-1-463 15,-10 0 41-15,-6-1-345 0</inkml:trace>
  <inkml:trace contextRef="#ctx0" brushRef="#br0" timeOffset="-175804.02">25707 7523 848 0,'0'0'1041'16,"0"0"-707"-16,0 0-85 0,0 0 3 15,0 0-126-15,0 0-14 16,0 0 13-16,0 0-51 0,0 0-74 16,0 0 25-16,-13 6-25 0,0 5 0 15,0 0 3-15,0 1 33 0,-3 1 8 16,0 0-5-16,-4 3 37 0,4 0-44 15,-3 1-26-15,3 1 55 16,-1 1-61-16,4-3-35 0,1-1 35 16,2 0 0-16,3-3-82 15,4-1 82-15,0-3-22 0,3-1-93 0,0 0 113 16,6 0-40-16,4 3-12 16,0 0 54-16,6-1 19 0,0-4-16 15,0 3 84-15,0-3-27 0,7 0-2 16,-4-1 34-16,1 2-16 0,2-1-35 15,-5 1 26-15,2-3-67 0,-3 0-73 16,3 3 22-16,1-3-101 0,-1 1-322 16,-3 1 120-16,4-4-161 0,-4 0-1068 15</inkml:trace>
  <inkml:trace contextRef="#ctx0" brushRef="#br0" timeOffset="-174992.45">26559 7352 1086 0,'0'0'504'0,"10"36"-153"16,-7-11-27-16,0 1 55 0,-3 6-170 16,0 4-39-16,0 0 19 15,0 0-74-15,0 0-68 0,0-4-31 16,-3-1-12-16,3-6-4 0,-3-1-102 15,0-5 31-15,3-4-66 0,-4-3-133 16,4-4 167-16,-3-5-32 0,3-1-108 16,-3-2 213-16,0 0 30 0,0-4 0 15,-4-7-39-15,-3-7-103 16,4-5-27-16,-4-4 46 0,4-1-43 16,-1-3 13-16,1-1 59 0,3-2-76 15,-1-1-211-15,4 0 163 0,0 1-46 16,7 2 169-16,3 3 95 0,-1 5 251 15,1 5 310-15,3 5-183 0,-3 2-53 16,2 5 84-16,1 0-218 16,0 2-43-16,3 4 65 0,1 1-88 15,-1 1-41-15,3 4-14 0,1 4-18 16,-1 5-11-16,0 3-9 0,-3 3 58 16,-3 2-17-16,4 3-25 0,-5 0 28 15,-5 1-25-15,3 0-48 16,-7 1 67-16,-3-2-23 0,0-2-40 15,-3 1 84-15,-4-2-28 0,-6-3-56 16,0-2 87-16,-3-1-84 0,0-3 21 16,0-1 19-16,-4-1-50 0,4-4-66 15,-3-2 63-15,3-3-135 16,0-3-344-16,3-3 152 0,3-6-169 16,0-1-1142-16</inkml:trace>
  <inkml:trace contextRef="#ctx0" brushRef="#br0" timeOffset="-174729.02">26960 7549 951 0,'0'0'420'0,"-7"39"328"15,4-17-512-15,0-4-61 0,-4 0 79 16,7 2-93-16,-3-6-20 0,3 4-13 15,0-5-26-15,3 0-48 0,7-1-51 16,-3 0 48-16,5-4-51 0,1-1 26 16,4-1-14-16,-1-3-12 15,0 0 20-15,0-1-5 0,0 1-15 16,-3-3-98-16,-3 0-10 0,-1 0-119 0,-5-3-369 16,-1 1 101-16,0 1-78 15,0-3-261-15,-3 2 303 16</inkml:trace>
  <inkml:trace contextRef="#ctx0" brushRef="#br0" timeOffset="-174576.54">26979 7650 209 0,'0'0'1859'0,"0"0"-1662"16,42-9 59-16,-26 4 76 15,0 2-226-15,1-2-29 0,-4-1-32 16,3 3-10-16,-7-3-35 0,1 3-162 15,-7-2-38-15,4 2-142 0,-7 0-775 16,0-1 306-16</inkml:trace>
  <inkml:trace contextRef="#ctx0" brushRef="#br0" timeOffset="-174428.77">27034 7515 1074 0,'0'0'247'0,"0"0"-107"0,49-20-45 16,-30 12-34-16,-3-1 1 0,3 0-59 16,1 2-3-16,-4-3-248 0,-3 3-984 15</inkml:trace>
  <inkml:trace contextRef="#ctx0" brushRef="#br0" timeOffset="-174008.08">27299 7577 1510 0,'0'0'263'0,"-3"45"-52"0,-4-23 72 16,4-2-164-16,0-4-12 0,0 2-49 16,-1-5-46-16,1-2-12 0,3-4-100 15,-3-2 48-15,3-4-6 16,0-1 3-16,0 0 55 0,0 0 100 16,0-6-86-16,0-6-13 0,3-6 14 15,4-4 43-15,-4-3-12 0,3 0-27 16,4 0-19-16,3 1 0 15,6-1-13-15,1 3-22 0,5 5 35 16,-5 1 30-16,2 7 266 0,1 3 44 16,-7 3-69-16,0 3 2 0,-3 4-103 15,0 4-57-15,-10 0-60 0,1 4 57 16,-4-1-82-16,-4 4-3 16,-2-1 35-16,-7 0-60 0,0 0-159 0,0 1 156 15,0 0-48-15,0-1-28 16,4 0 79-16,-4 2 0 0,6-1-28 15,-2-1 27-15,5 3 1 0,4-3-57 16,0 1 54-16,0 0 3 0,7-2-60 16,2-2 60-16,1 0 0 15,3-4-14-15,3 0 14 0,0 0 0 16,4-4-117-16,-1-1-28 0,-3-2-97 16,4-3-406-16,-1-5 82 0,-6 1-546 15</inkml:trace>
  <inkml:trace contextRef="#ctx0" brushRef="#br0" timeOffset="-173750.11">27680 7614 1595 0,'0'0'633'0,"-16"35"-459"0,9-15 23 0,4-1 129 16,0-4-115-16,3 4-35 0,0-4-11 15,3 3-70-15,7-4-72 0,0-1-1 16,-1 0 16-16,7-3-38 0,4 0 12 16,-1-5-12-16,4 0 0 0,-1-4-85 15,1 0 44-15,-4-1-74 16,1 0-261-16,-7-2 29 0,-4-6-297 16,1 3-1267-16</inkml:trace>
  <inkml:trace contextRef="#ctx0" brushRef="#br0" timeOffset="-173590.92">27748 7680 2108 0,'0'0'678'16,"0"0"-408"-16,0 0-81 0,0 0-78 0,45 10-28 15,-29-10-83-15,0 0-19 16,-6-2-70-16,0-4-195 0,-7 2-471 15,0 2-47-15,0-6-350 0</inkml:trace>
  <inkml:trace contextRef="#ctx0" brushRef="#br0" timeOffset="-173435.46">27751 7511 1524 0,'0'0'1054'0,"0"0"-796"0,0 0-56 16,0 0 79-16,0 0-115 15,42 6-147-15,-19-5 3 0,-1 0-44 16,1-1-26-16,-4 0-319 0,4-2 56 16,0-2-248-16,-7 1-1380 0</inkml:trace>
  <inkml:trace contextRef="#ctx0" brushRef="#br0" timeOffset="-172880.75">28446 7400 1846 0,'0'0'117'0,"0"0"74"0,0 0 152 16,0 0-159-16,22 52 6 0,-19-28 11 15,-3 1-89-15,0 3-19 0,0-1 31 16,-3 3 13-16,0-3-36 0,0-2-88 15,3-3 53-15,0-5-66 0,0-4-6 16,6-5 4-16,-6-4 2 0,7-2-29 16,2 0 29-16,4-2 25 0,7-5-25 15,2-5 95-15,-2-3-95 16,-1-4-65-16,0-1 64 0,1-1-45 16,-4 1-138-16,0 2 133 0,0 3-70 15,-3 3-122-15,-3 2 208 0,-7 3 13 16,0 4-35-16,-3 1 56 0,0 0-14 15,0 0-81-15,0 7 96 16,-6 9 3-16,-4 3 132 0,4 1 9 16,-4 1-42-16,7 0 48 0,-1 0 12 15,1 0-61-15,3-1-91 16,3 0 31-16,7-1-41 0,0-3-165 16,0 0-57-16,2-4-246 0,-2-4-1282 15</inkml:trace>
  <inkml:trace contextRef="#ctx0" brushRef="#br0" timeOffset="-172596.33">28872 7724 1981 0,'0'0'425'16,"19"-41"-280"-16,-6 19-100 0,0-4-3 15,0 1 44-15,3-5-28 0,0 3 16 16,-6-1-32-16,3 7-7 0,-3 2-35 15,-4 8 2-15,1 4 14 16,-4 4 55-16,0 3 118 0,0 1-65 16,0 10-32-16,1 10 92 0,-4 7-89 15,0 5-41-15,0 0-45 0,-4-2 48 16,4-1-57-16,0-3-38 0,4 0 10 16,2-3 19-16,1-1-318 15,-1-6 146-15,0 2-88 0,1-8-470 16,-4-5-31-16,0 0-222 0</inkml:trace>
  <inkml:trace contextRef="#ctx0" brushRef="#br0" timeOffset="-172429.33">28943 7711 680 0,'0'0'646'0,"0"0"-204"16,52-15-1-16,-33 9-340 0,4-3-67 15,-1 1-34-15,4-1-71 16,0-2-130-16,0-1-895 0,-7 3 320 16</inkml:trace>
  <inkml:trace contextRef="#ctx0" brushRef="#br0" timeOffset="-172028.37">29356 7538 1188 0,'0'0'631'0,"0"0"-148"15,-32 50-269-15,19-30 11 0,0-1 164 16,0-1-182-16,0-1-178 0,7-1-13 16,-4-5-32-16,4-4 3 0,3-2-210 15,-1-4 111-15,1 0 19 16,3 0-46-16,-3-1 120 0,3-3-65 16,0-7-100-16,0-4 120 0,3-3 64 15,-3 0 4-15,3 0 32 0,1 1-36 16,-1 3 0-16,3-1-26 0,-3 6-58 15,4 2-292-15,-4 4 265 16,7 2 111-16,0 1 182 0,6 9 162 16,0 4-35-16,0 5 122 0,3-1-246 15,1-1-64-15,-4-2-4 0,3-3 10 16,1-2-48-16,-1-2-57 0,-3-3 104 16,0-3-36-16,0-2-38 15,-6 0 107-15,-3-6-19 0,-4 3 21 16,0-2 57-16,4-2-76 0,-7-3-87 15,3-7 125-15,-3 0-159 0,-3-2 47 16,-4 0-68-16,-3-1 0 0,-3-3-349 16,1 0 208-16,2 2-109 0,0 1-501 15,7 6 121-15,3 5-481 16,0 6-864-16</inkml:trace>
  <inkml:trace contextRef="#ctx0" brushRef="#br0" timeOffset="-171575.7">30345 7381 1458 0,'0'0'442'0,"0"0"-202"0,0 0-29 0,0 0-34 16,0 0 91-16,9 42 174 0,-5-16-212 16,-1 2-75-16,-3 3-79 15,0-4 0-15,0 1-76 0,3-1-3 16,-3 0-29-16,3-2 7 0,1-3-299 15,-4-6 124-15,3-2-131 0,0-6-532 16,-3-3 122-16,0-2-248 0</inkml:trace>
  <inkml:trace contextRef="#ctx0" brushRef="#br0" timeOffset="-171085.69">30652 7589 1402 0,'0'0'143'16,"19"55"45"-16,-13-29 92 16,1-4-141-16,-4-2-51 0,0-3-33 15,-3-2-54-15,4-3-1 0,-4-7-46 16,0 0 30-16,0-4 16 0,0 1 55 15,0-2 20-15,-4 0 35 0,1-3 51 16,-3-6-87-16,-4-8 13 0,-3 0 77 16,3-6-55-16,1-1-39 0,2-5-70 15,-3 1 0-15,4-3-67 16,6 1-212-16,3 2 134 0,4 4 19 16,9 3-39-16,3 1 104 0,1 7 28 15,5 0 33-15,-2 4 36 0,3 3 38 16,-4 2 188-16,1 2-95 15,-4 2 13-15,-2 2 92 0,-8 2-109 16,-2 0-58-16,-4-1-48 0,-3 3 47 16,0-1-22-16,-3 4-53 0,-4 2 68 15,-9 3-56-15,-3-2-28 0,-1-2 46 16,-2 0-59-16,2-3-38 0,4-2 26 16,0 0 12-16,3-1-198 15,4-2 116-15,2 1-92 0,4-2-360 16,0-1 54-16,3 0-307 0</inkml:trace>
  <inkml:trace contextRef="#ctx0" brushRef="#br0" timeOffset="-170600.22">31000 7642 34 0,'0'0'1134'0,"0"0"-906"0,0 45-52 0,0-40-14 0,-3-1-25 16,3-2-33-16,0 0 51 0,-3-2-51 16,0 0 26-16,3 0 183 0,-7-2-88 15,4-7-39-15,-3-5-20 0,2-4-64 16,-2-3-3-16,3-1-32 0,-4 0 21 16,4-3-88-16,0-1-9 15,3-3-4-15,0 2-22 0,6 3-168 16,4 3 178-16,3 7-33 0,6 3-121 15,-3 2 157-15,4 7 22 0,2 2 188 16,-2 1-25-16,-1 6-42 0,0 5 12 16,-2-1 27-16,-5 3-34 0,-5-1-117 15,3 2 76-15,-10-1-85 16,0 1 39-16,-4-2-30 0,-2 0-9 16,-7 0-70-16,3-2 54 0,-6 1 4 15,3-2-91-15,-3 0 90 0,0 1 13 16,3 0-79-16,0-1 63 15,0 2 16-15,7-1-142 0,2 2 139 16,4-1-32-16,0 0-81 0,7 1 115 16,-1 0-1-16,7-1 2 0,0-3 67 15,0 1-45-15,3-2-10 16,0-1-2-16,1-2-10 0,-1-2-260 0,0-3 145 16,-3 0-193-16,3 0-687 15,-6-3-137-15,-1-1 340 0</inkml:trace>
  <inkml:trace contextRef="#ctx0" brushRef="#br0" timeOffset="-169970.26">31336 7438 941 0,'0'0'300'16,"0"0"61"-16,0 0 269 0,0 0-329 0,0 0-66 0,33 36 182 15,-30-13-194-15,-3 4-76 16,-3 3-40-16,-1-3-6 0,-2 2-101 16,3-3-25-16,-4-2 22 0,1-4-86 15,2-2-513-15,1-10 55 0,3-2-581 16</inkml:trace>
  <inkml:trace contextRef="#ctx0" brushRef="#br0" timeOffset="-169261.98">31575 7574 1327 0,'0'0'747'0,"0"0"-55"15,-19 42-400-15,6-23-36 0,0-4 11 16,3 1-172-16,1-5-95 0,-1-1-60 16,7-6 47-16,-4-2-47 0,7-1-99 15,-3 1 111-15,0-2-31 16,0 0-113-16,3-5 108 0,-4-6-2 16,4-2-85-16,0-4 170 0,4-1-28 15,-4 0-5-15,3 2 34 16,-3-1 0-16,3 6-21 0,0 4 18 15,1 3-23-15,-1 2 26 0,3 2 26 16,1 0 87-16,-1 5 89 0,7 7-13 16,0 2-22-16,3 4-15 0,0-2-22 15,-3-2-66-15,0-5-55 0,0-2 64 16,0-3-29-16,3-2-28 16,-6-2 106-16,3-2 4 0,0-4 50 15,0-1 29-15,-7-3-72 0,4-1-65 16,-4 0 79-16,1-1-138 0,-1-1 62 15,-3-1-54-15,1-2-17 0,-1 1-252 16,-3-4 200-16,3 1-103 0,-3 0-351 16,0 5 200-16,3 1-201 0,0 4-609 15,4 5 501-15,3-1 244 16,-1 1 156-16,4 2 199 0,0-1-27 16,0 2-12-16,-3-1 55 0,-1 0 3 15,-5 1 118-15,2 0 120 0,-3 0 163 16,1 0 375-16,-1 0-436 15,0 2-104-15,0 4 27 0,-3-1-106 16,0 1-77-16,-3 2-51 0,-3 3 41 16,-1 1-73-16,1 1 26 0,-1-3-26 15,7-2 0-15,0-2-102 0,0 4 99 16,7-1-32-16,2 2-42 0,4 0 77 16,0-2 0-16,0 1 19 15,0-3 16-15,-3 1 35 0,-1 1 16 16,-2-3 3-16,-4-1-29 0,0 1-56 15,-3 1 62-15,0 2-47 0,0 2-9 16,-6 2 56-16,-7-1-66 0,-3-1 31 16,0-4 4-16,3-1-35 0,0-1-50 15,-3 0 31-15,6 0-73 16,0-3-219-16,4 0 113 0,3-2-133 16,-1 0-668-16,4-2 195 0</inkml:trace>
  <inkml:trace contextRef="#ctx0" brushRef="#br0" timeOffset="-169025.76">32037 7536 982 0,'0'0'717'0,"0"0"-69"16,0 0-415-16,0 0-14 0,0 0 109 15,16 39-178-15,-12-22-55 0,-1 3-53 16,-3 1 37-16,0-4-79 0,0 0 19 16,0-2-41-16,0-1-77 0,0-4-425 15,0-3 37-15,0-2-506 16</inkml:trace>
  <inkml:trace contextRef="#ctx0" brushRef="#br0" timeOffset="-168592.71">32186 7553 994 0,'0'0'538'0,"0"0"-181"0,16 37 191 15,-10-21-200-15,-6-1-30 0,4 0-69 16,-4 1-141-16,0-1-41 0,0-3-35 15,0-1 56-15,0-3-88 0,0-4 23 16,0 0-23-16,0-1 0 0,0-1-67 16,-4-1 67-16,1-1 0 0,0 0-37 15,-4-1 37-15,4-7 0 0,-3-3-32 16,-1-4 29-16,4-5-28 16,-3-3-132-16,2-1 84 0,1-3-100 15,3-2-246-15,0 3 5 0,7 2-47 16,2 6 164-16,7 6 268 15,-3 1 35-15,3 6 130 0,1 4 23 16,-4 1 103-16,-1 0 104 0,1 6-153 16,0 0 15-16,0 3 35 0,-3 1-116 15,-7 1-45-15,0 4 6 0,-3 0 76 16,0 1-54-16,-3 1-93 16,0 0 29-16,-4-3-60 0,1 1-189 15,3-3 11-15,-4-3-71 0,4-3-534 16,0-3-331-16,3 0-31 0</inkml:trace>
  <inkml:trace contextRef="#ctx0" brushRef="#br0" timeOffset="-168220.46">32409 7748 114 0,'0'0'949'0,"0"0"-633"16,0 0 6-16,0 0 51 0,0 0-195 0,0 0 30 15,0 0 178-15,0 0-164 16,0 0-46-16,0 0 21 0,22-20-48 16,-22 4-92-16,0-2-28 0,0-3-13 15,0-3-16-15,3-5-149 0,-3-5 124 16,4-4-80-16,-1 2-204 0,7 7 165 16,-1 3-17-16,7 9 19 15,-3 5 142-15,7 5 96 0,-4 3 83 16,3 2 29-16,-3 2 19 0,-3 0 55 15,-3 4-136-15,-4 6-80 0,1 0-50 16,-4 4 103-16,-3 4-52 0,-3-2-49 16,-4 3 51-16,-2-2-56 0,-4 3 21 15,3-4 3-15,-3 1-37 16,0-2-90-16,0 2 68 0,7-4-9 16,-4-1-206-16,7 0 152 0,0-4-101 15,0-1-372-15,3-3 72 0,0-2-520 16</inkml:trace>
  <inkml:trace contextRef="#ctx0" brushRef="#br0" timeOffset="-167986.61">32680 7599 1432 0,'0'0'893'16,"0"0"-612"-16,-7 34-62 0,7-26 140 15,0-4-155-15,0 3-89 0,4-2-65 16,-1 2 52-16,3-1-30 0,1 0-43 16,2-2 90-16,8-1-46 0,-1 1-48 15,3-4 79-15,-3-4-104 16,0-1-38-16,-6 0-19 0,0-1-147 16,-4 1-499-16,-2 0 247 0,-4 0-266 15,3-1-1175-15</inkml:trace>
  <inkml:trace contextRef="#ctx0" brushRef="#br0" timeOffset="-167858.33">32719 7575 2201 0,'0'0'281'0,"0"0"-13"0,0 0 210 0,0 0-255 16,0 0-128-16,0 0-95 15,0 0-16-15,0 0-165 0,35 3-376 16,-28-9-18-16,-1-3-666 0</inkml:trace>
  <inkml:trace contextRef="#ctx0" brushRef="#br0" timeOffset="-167553.22">32786 7463 1163 0,'0'0'813'16,"0"0"-347"-16,0 0-233 0,33-11 15 16,-17 6-2-16,0 0-182 0,3 0-64 15,1-1 19-15,-1-1-6 0,1 0-13 16,-1-2-36-16,0 1 23 0,-6 2 3 15,-3 1-162-15,0 0-18 16,-7 3 4-16,0-2 58 0,0 3 128 16,1-1 83-16,-4 2 204 0,3 0 53 15,0 3-76-15,-3 9 14 0,0 6-96 16,-3 11-40-16,0 7-36 0,3 0 47 16,-4-2-122-16,4-3 15 15,0-7-27-15,4-2-19 0,2-4-188 16,-3-3 135-16,0-3-158 0,1-7-522 15,-4-2 139-15,0-3-98 0,3 0-493 16,-3-3 478-16</inkml:trace>
  <inkml:trace contextRef="#ctx0" brushRef="#br0" timeOffset="-167365.4">32925 7339 2911 0,'0'0'406'0,"0"0"-256"0,0 0 90 16,0 0 12-16,0 0-38 0,36-6-99 16,-17 6-115-16,4 0-75 0,-1 2 60 15,1-1-23-15,0 1-222 0,-4 0 140 16,4 4-127-16,-1-3-436 0,-6 0 76 16,-3 0-812-16</inkml:trace>
  <inkml:trace contextRef="#ctx0" brushRef="#br0" timeOffset="-165766.27">26362 8235 179 0,'0'0'447'0,"0"0"-88"0,0 0-96 15,3 46 27-15,4-22 155 16,3 7-218-16,-1-1-87 0,1-1 12 16,3-2-75-16,-3-2-25 0,3-1 9 15,-4-6-29-15,4-2-32 0,-3-3 3 16,3-7 10-16,-7-1-13 0,1-3 13 15,-4-2 16-15,3-2 16 0,1-7 48 16,-1-4 29-16,1-5-19 16,-1 0-14-16,-3-4-3 0,1 1-86 0,-4-1-124 15,3-1-104-15,-3 0-196 16,0 3-1073-16</inkml:trace>
  <inkml:trace contextRef="#ctx0" brushRef="#br0" timeOffset="-165518.12">26682 8249 709 0,'0'0'622'15,"0"35"-443"-15,0-15 179 16,-3-1-177-16,0-2-44 0,-1 4 28 16,1-2-101-16,0 0-12 0,3-2-7 15,0 0-16-15,3-2-12 0,4-1-11 16,-1-2 13-16,4-2-15 0,-1-2 18 15,8-3 10-15,-1-4 7 0,3 1 13 16,0-2-10-16,1 0-20 0,-4-1-22 16,0 0 0-16,-3 0-77 15,-3-2-346-15,-4 2-48 0,-3-3-134 16</inkml:trace>
  <inkml:trace contextRef="#ctx0" brushRef="#br0" timeOffset="-165348.6">26747 8420 1494 0,'0'0'533'0,"0"0"-35"16,0 0-314-16,0 0-87 0,0 0-43 16,35-5-9-16,-28 0-45 0,-1 1-54 15,1-1-75-15,-4-1-148 0,3-1-1023 16</inkml:trace>
  <inkml:trace contextRef="#ctx0" brushRef="#br0" timeOffset="-165177.61">26708 8270 1664 0,'0'0'581'0,"0"0"-448"0,0 0-4 15,32-11 90-15,-12 8-90 0,-1-2-39 16,0 1-36-16,1 1-37 0,-7 0-17 15,6-1-122-15,-6 2-1 16,0 0-96-16,0 0-455 0,-4-2 40 16,-2 2-67-16</inkml:trace>
  <inkml:trace contextRef="#ctx0" brushRef="#br0" timeOffset="-164947.95">26947 8218 1030 0,'0'0'485'0,"0"0"-117"0,0 0 47 16,3 48-279-16,-3-29 25 0,0 1 16 15,0 0-51-15,0 0-7 0,0-1 15 16,0 2-22-16,-3 0-51 0,-4-1-39 16,4-4 29-16,3 0-51 0,-3-4 19 15,3 0-19-15,0-6 0 16,0 1-11-16,3-3 11 0,-3 0 0 16,10 0 2-16,0-1 30 0,6 2-3 15,0-4-26-15,6-1 54 0,-5 1-57 16,2-5-140-16,-3-1 64 15,4-2-61-15,-4 0-200 0,0-1 50 16,0-3-195-16,-3 3-1061 0</inkml:trace>
  <inkml:trace contextRef="#ctx0" brushRef="#br0" timeOffset="-164574.85">27218 8247 1486 0,'0'0'419'0,"0"0"-165"0,-22 36 185 16,12-15-197-16,7 1-24 0,-1 1 28 16,4 1-51-16,0 0-53 15,0 0-47-15,4-3 2 0,-1-1-97 16,7-5-9-16,-1 1 8 0,4-6 1 16,0-4-66-16,0 1 64 0,0-7 2 15,3 0-7-15,0-4 7 16,-3-2 0-16,0-2 22 0,-3 3-22 15,-4-1 0-15,-3 3-9 0,1-5 9 16,-4 2 28-16,0-4-28 0,0 1 85 16,-4-1-85-16,1 5-28 0,0 0 27 15,0 1 1-15,-4-1-28 16,4 0 28-16,-3 3 0 0,2-1 22 16,1 1 3-16,3 1-25 0,0 1 19 15,0 0-13-15,0-1-6 0,0 0-154 16,0 1 138-16,3-1-22 0,4 0-136 15,3-3 88-15,2-2-147 0,1-5-435 16,0 6-149-16,-3-3-495 0</inkml:trace>
  <inkml:trace contextRef="#ctx0" brushRef="#br0" timeOffset="-164339.7">27486 8293 1598 0,'0'0'843'0,"0"0"-749"0,0 0 12 15,0 0 194-15,-16 53-70 16,10-33-22-16,-1 0 1 0,4 0-66 16,0 1-30-16,-1-1-44 0,4-1 25 15,0 1-94-15,0-3-9 16,7-1 6-16,-1-3 3 0,4-1-135 16,3-2 134-16,3-3-78 0,-3-1-174 15,3-4 170-15,0 0-50 0,-3-2-151 16,0-2 127-16,-3-2-68 0,0 2-384 15,-4-6-37-15,-3 4-48 0</inkml:trace>
  <inkml:trace contextRef="#ctx0" brushRef="#br0" timeOffset="-164184.71">27599 8448 921 0,'0'0'1158'0,"0"0"-883"0,0 0-55 16,0 0 18-16,0 0-173 0,33 4-65 15,-24-8-213-15,1-3-175 16,-7 3-391-16</inkml:trace>
  <inkml:trace contextRef="#ctx0" brushRef="#br0" timeOffset="-164028.33">27590 8300 1977 0,'0'0'473'0,"0"0"-154"16,0 0-190-16,0 0-71 0,38-5-58 16,-18 2-1-16,-4 0-102 0,10-1-303 15,-7 0 7-15,7 2-202 16,-7 0-403-16</inkml:trace>
  <inkml:trace contextRef="#ctx0" brushRef="#br0" timeOffset="-163491.83">28161 8187 277 0,'0'0'1065'0,"0"0"-740"0,0 0-19 16,0 0-31-16,0 0 139 0,0 0-160 15,0 0-7-15,0 0-8 0,0 0-105 16,0 0-134-16,0-7-32 0,-19 17 31 16,3 1 1-16,0 3-42 0,6-2 40 15,3 4 2-15,4-3-89 0,3 1 86 16,0-1-6-16,10 2-55 16,6-2 64-16,3 1 0 0,7-1 1 15,0-1 72-15,3 3 3 0,-6 1-69 16,-1-2 37-16,-5 1-44 0,-5-1-24 15,-2-1 24-15,-3-3 0 0,-4-2 2 16,-3 0 4-16,-7 1 42 0,-2 2 12 16,-7 0 57-16,-1-4-66 0,1 0-32 15,-3-3-38-15,3-1-10 16,3-3-240-16,0-3 113 0,6-2-135 16,4-5-509-16,0-3 60 0,3 0-42 15</inkml:trace>
  <inkml:trace contextRef="#ctx0" brushRef="#br0" timeOffset="-163274.3">28452 8270 463 0,'0'0'1034'0,"0"0"-611"0,0 0-86 16,13 34-14-16,-13-15 9 16,-7 3-178-16,1-1-33 0,3-1-2 15,-4 1-14-15,4 0-80 0,0-2 0 16,3 0 14-16,3-1-33 0,7-3 19 15,-1 1 1-15,8-3-26 0,-1-4 19 16,0-2-7-16,6 0-12 0,-2-4-108 16,-1-3 58-16,4 0-65 0,-7-1-246 15,-3-3 19-15,-7-1-347 0</inkml:trace>
  <inkml:trace contextRef="#ctx0" brushRef="#br0" timeOffset="-163104.42">28533 8422 463 0,'0'0'2014'0,"0"0"-1769"15,0 0-1-15,0 0 137 16,0 0-222-16,38 9-118 0,-25-9-41 16,-3-1-51-16,0-3-143 0,-4-2-415 15,-3 2-28-15,4-6-760 0</inkml:trace>
  <inkml:trace contextRef="#ctx0" brushRef="#br0" timeOffset="-162778.05">28601 8285 37 0,'0'0'163'0,"35"-14"-162"15,-16 6-1-15,-2 3-33 0,-1 1 26 16,0 2 7-16,-6 2 62 0,-1 0 117 15,-2 3 190-15,-1 2-167 16,-3 7 110-16,1 5 404 0,-4 1-386 16,0 2-81-16,-4 0 41 0,1-3-139 15,-3 0-39-15,-1-1-67 16,1 0-10-16,3 0-35 0,-4-4 16 16,1 1-10-16,-1-4-6 0,7 0 3 15,-3-4 0-15,3 2-3 0,0-3-52 16,0 4 52-16,3 0 2 0,0 0 1 15,7 0 77-15,6 0-20 0,-3-3-25 16,3 0 35-16,0-3-70 16,-6-2-26-16,3 0 24 0,0-3-38 15,0-2-240-15,-3 2 62 0,-1-4-123 0,1 0-883 16,-4-2-16-16</inkml:trace>
  <inkml:trace contextRef="#ctx0" brushRef="#br0" timeOffset="-162550.31">28940 8280 130 0,'0'0'1703'16,"0"0"-1369"-16,0 0 6 0,16 37 213 16,-6-16-290-16,2 0-69 0,1-4-46 15,-3 1 19-15,6-3-44 0,-3 2-85 16,-3-5 38-16,3-2-76 0,0 0-101 15,-4-5 79-15,4-1-151 0,-6-1-345 16,-1-3 147-16,1 0-142 0,-7-1-1027 16</inkml:trace>
  <inkml:trace contextRef="#ctx0" brushRef="#br0" timeOffset="-162363.81">29211 8282 2263 0,'0'0'559'0,"0"0"-232"0,0 0 39 0,0 0-135 16,0 0-45-16,-29 53-6 0,16-32-25 15,3-1-155-15,1 1 56 16,-4-1-59-16,3 1 3 0,4 0-230 16,-4-3 94-16,3 2-122 0,1-2-690 15,3-7-596-15</inkml:trace>
  <inkml:trace contextRef="#ctx0" brushRef="#br0" timeOffset="-161896.86">29653 8364 2268 0,'0'0'278'0,"0"0"-59"0,0 0-7 0,0 0-103 16,0 0-3-16,39 16 2 0,-6-15-19 15,5-1-89-15,4-2-169 16,-3-5-128-16,-13 4-287 0,0-5-1755 0</inkml:trace>
  <inkml:trace contextRef="#ctx0" brushRef="#br0" timeOffset="-161058.64">30241 8405 858 0,'0'0'752'0,"-6"37"-502"0,6-18 62 0,-3-9-206 0,3-5-44 15,0 2-20-15,0-5-23 0,0-1-19 16,0 0 1-16,3-1 29 15,0-1 41-15,0-4 251 0,1-7-216 16,-1-5-45-16,0-3 13 0,-3 3 28 16,0-2-28-16,0 3-7 0,-3-1 6 15,3 0-73-15,-3 1 6 16,-1 1-6-16,4 4 0 0,0 0-57 16,4 8 57-16,-1 1-45 0,-3 2-9 15,3 0 54-15,0 1 1 0,0 2 53 16,4 7 86-16,3 3-25 0,-1 4-1 15,-2 1-4-15,2 3-81 0,-2-6-10 16,3 1 21-16,-4-3-40 0,1-2-9 16,-1-5 6-16,-3 0 3 15,4-4-246-15,-4 0 167 0,3-2-7 16,1 0 22-16,-4 0 64 0,0-4 0 16,4-5-3-16,-4-3-10 0,-3-2 13 15,3-3-16-15,0 2 16 0,1-2 0 16,-4 2-70-16,3-1 67 15,0-2 3-15,4 4-99 0,-1 0 97 16,7-2-40-16,-7 5-44 0,7 5 86 16,-6 0 2-16,-1 5 27 0,1-1 89 15,-4 2 23-15,3 3 78 0,7 6-51 16,-3 4-42-16,0 5-13 16,-1 2 44-16,-2-1-57 0,-4 1-100 15,0-3 81-15,4 1-81 0,-4-4-12 16,0 3 11-16,0-5 1 0,-3-3-178 15,4-4 130-15,-4-2-74 0,3 2-257 16,0-3 153-16,0-1-116 0,4-1-448 16,-4 0-223-16,7-7 16 0</inkml:trace>
  <inkml:trace contextRef="#ctx0" brushRef="#br0" timeOffset="-160833.27">30681 8279 1455 0,'0'0'620'0,"0"0"-361"16,3 38-3-16,-3-16 2 0,-3-1-53 16,3-2-36-16,0-2 13 0,0 2-67 15,0-1-52-15,0 1-63 16,6 0 51-16,1-4-51 0,-1-2-23 16,4 3 23-16,-1-8 0 0,7 1-90 15,-3-2 26-15,4-6-143 0,-5-1-464 16,1 0-449-16,-6-7-338 0</inkml:trace>
  <inkml:trace contextRef="#ctx0" brushRef="#br0" timeOffset="-160698.39">30726 8403 1761 0,'0'0'529'0,"0"0"-386"0,0 0 37 16,0 0 91-16,0 0-130 15,0 0-141-15,0 0-141 0,39 4-268 16,-33-5-318-16,-6-4-1021 0</inkml:trace>
  <inkml:trace contextRef="#ctx0" brushRef="#br0" timeOffset="-160177.85">30703 8307 1846 0,'0'0'250'0,"0"0"-95"0,0 0 30 16,45-2-101-16,-28 1 0 16,2-1-5-16,-3 2-65 0,3-1-14 0,-2 1-42 15,-4 0 42-15,-1 1-3 16,-5 1-32-16,-1 0 35 0,-2 5 0 16,2-1 0-16,1 9 141 0,-4-1 78 15,0 4 130-15,-3-1-209 0,0 2-42 16,0-3-19-16,0 3 19 15,0-3-98-15,0-3 38 0,0-3-41 16,0-2 3-16,0-5-231 0,0-2 117 16,0 3-39-16,0-4-225 0,-3 0 304 15,3-5 73-15,-3-6-276 16,-1-2-72-16,4-2-21 0,-3 2-79 16,0-1 319-16,3 0 29 0,0 3-199 15,0 1-42-15,3 7 342 0,0 0 172 16,4 2 73-16,6 1-37 0,3 1 176 15,3 5-68-15,4 5-31 0,-4-1 75 16,4-1-179-16,-1-1-46 0,7-3 42 16,1-3 47-16,-1-2 15 0,0 0 172 15,0-3-87-15,-7-4-63 16,-2-1-23-16,-4-2-29 0,-3-1-130 16,-7-1-64-16,1 1 129 0,-4-2-43 15,0 2-98-15,0 1 179 0,-3-1-139 16,0 1 17-16,-3 1-8 15,0 5-52-15,3-2-270 0,0 4 268 16,0 0-105-16,-3 2-343 0,3 0 169 16,0 0-265-16,-3 4-908 0,3 2 100 15</inkml:trace>
  <inkml:trace contextRef="#ctx0" brushRef="#br0" timeOffset="-159496.16">31679 8188 1048 0,'0'0'631'0,"0"0"-228"0,42 33-53 0,-29-16 114 15,-4 3-205-15,4 3-80 16,0-1-93-16,-3-2-29 0,-1 0-57 16,1-2 3-16,3-4-3 0,-6 2 0 15,2-6 20-15,-2-5-17 0,-1 1 32 16,-3-3-20-16,1-2 96 15,-1 0-29-15,3 0 10 0,-3-1 52 16,1 0-39-16,-1-2-27 0,0-8 59 16,0-3-137-16,-3-5-100 0,4 0 84 15,-4-1-55-15,0 3-209 16,0 0 217-16,3 1-35 0,0 3-105 16,0 3 190-16,4 0-47 0,2 5-106 15,1-3 150-15,3 1-19 0,0 1-43 16,-7 1 76-16,1 2-15 0,3 0-79 15,-1-2 76-15,-2 3-18 0,-1 0-13 16,-3 1 51-16,4 0 0 0,-4 0-24 16,4 6 24-16,-1 4 106 0,1 7 294 15,-4 6-188-15,-3 4-129 16,3 2-77-16,-3-2 57 0,0 2-63 16,0-5-60-16,0 1-35 0,3-4-181 15,0-2-673-15,1-9-393 0</inkml:trace>
  <inkml:trace contextRef="#ctx0" brushRef="#br0" timeOffset="-158166.8">26446 8941 954 0,'0'0'1093'16,"0"0"-960"-16,0 0-81 0,0 0 116 16,3 50 58-16,-3-26-7 0,4 3 67 15,-4-3-133-15,3 1-54 16,0-2-64-16,0-1 25 0,4-3-60 16,3-6-9-16,-1-2-7 0,1-2 16 15,3-6-162-15,3-3 104 16,-3-7-6-16,0-3 64 0,0-3 10 15,0-3-1-15,0 0 11 0,-1-4-40 16,-2 1 1-16,-3 2-292 16,-4-4-270-16,0 8-553 0</inkml:trace>
  <inkml:trace contextRef="#ctx0" brushRef="#br0" timeOffset="-158013.6">26582 8991 373 0,'0'0'811'0,"0"0"2"16,0 0-527-16,0 0-8 0,0 44 163 15,0-25-160-15,3 0-49 0,0-3 18 16,1 1-114-16,-1-3-136 0,0 0 34 16,0-3-65-16,0-2 31 15,4-5-262-15,-4 1 97 0,4-4-77 16,6-1-429-16,-1-3 147 0,8-7-52 16,-7 2-691-16</inkml:trace>
  <inkml:trace contextRef="#ctx0" brushRef="#br0" timeOffset="-157730.91">26802 9018 1129 0,'0'0'797'0,"0"0"-266"15,0 0-298-15,0 41 82 0,0-27 103 16,3-8-199-16,3 1-64 0,-3-4-114 16,4 2 37-16,3-2-75 0,6-3 35 15,3 0 12-15,0-9 11 0,-2-1-49 16,-4-1 94-16,-4-1-106 0,1 0 41 15,-4 1-38-15,1-3-3 0,-4 3 31 16,-3-2 50-16,-3 2-47 0,-7 1 0 16,0 0 19-16,-2 1-53 15,-8 4-152-15,4 2 124 0,3 1-53 16,0 2-142-16,7 3 195 0,2 0-82 16,1 2-355-16,3 1 107 0,0 1-106 15,0 0-1088-15</inkml:trace>
  <inkml:trace contextRef="#ctx0" brushRef="#br0" timeOffset="-157347.77">27173 9038 1602 0,'0'0'542'0,"-3"33"-53"0,-4-14-209 15,1 2 8-15,-1-1 40 0,4 0-144 16,-3-2-102-16,2-1-73 0,1-6 25 16,3-4-34-16,0-2-129 15,0-3 116-15,0-1-79 0,0-1-127 16,0-1 206-16,3-8-108 0,7-8-106 16,-3-3 60-16,-1-2-229 0,-3 2-685 15,0 0 530-15,-6 5 114 0,-3-5 72 16</inkml:trace>
  <inkml:trace contextRef="#ctx0" brushRef="#br0" timeOffset="-157095.71">27173 9038 50 0,'-42'-22'245'0,"42"17"237"0,0 3 667 16,0 2-692-16,0 0-99 16,0 0 50-16,3 1-248 0,4 9-1 15,6 2 132-15,-1 1-112 0,5-2-141 16,-1 0-4-16,0-5-18 0,3-4-16 16,4-2-98-16,-4-1 60 0,1-6-72 15,-1-1-121-15,0-2 212 16,-2-1-28-16,-4-1 31 0,-4-2-3 15,1 7 19-15,-4 0-89 0,-2 3 89 16,-4 1 0-16,3 0 12 0,-3 1 26 16,0 2 1-16,0 0-36 15,0 2 143-15,-3 7-54 0,-1 6-86 16,1 5 82-16,0 2-72 0,3 2 12 16,0 0-9-16,3 0-19 0,4-1-86 15,2-3 61-15,1 2-181 0,3-7-455 16,-3-3-1-16,-1-4-541 0</inkml:trace>
  <inkml:trace contextRef="#ctx0" brushRef="#br0" timeOffset="-156864.35">27632 9084 2749 0,'0'0'446'16,"-10"36"-134"-16,7-14 132 0,-4-2-187 16,1-2-95-16,6 0-153 15,-3-4 60-15,-1-2-69 0,4-4-192 16,-3-4 127-16,3 0-70 0,-3-1-192 16,3 0 165-16,-3-2-118 0,3-1-458 15,0-5 38-15,-4-6-276 0</inkml:trace>
  <inkml:trace contextRef="#ctx0" brushRef="#br0" timeOffset="-156576.28">27567 9068 51 0,'0'0'512'16,"0"0"631"-16,0 0-679 0,0 0-37 15,0 0 132-15,36-13-205 0,-20 20-25 16,3-3-15-16,0 2-112 0,-2-3-127 16,2-2-32-16,-3-1-12 0,3-3-31 15,1-3-12-15,-1 2 11 16,-6-5 1-16,3 3-112 0,-6-2 112 15,0 0 0-15,-4 3-59 0,1 0 59 16,-4 3 0-16,3-2 1 0,-2-1 15 16,-1 3-16-16,0 0 37 15,-3 2-3-15,0 0-21 0,0 3 8 16,-3 7 91-16,0 9-57 0,-1-1-33 16,1 4 52-16,0 1-74 0,3-1-90 15,3-2 62-15,4 0-36 0,-1-5-419 16,0-1 146-16,1-1-206 0,3-4-826 15,-7-3-7-15</inkml:trace>
  <inkml:trace contextRef="#ctx0" brushRef="#br0" timeOffset="-156313.05">27984 9039 2097 0,'0'0'621'15,"0"0"-316"-15,0 0-68 0,0 0-56 16,-13 37-13-16,9-19 22 0,1-1-67 16,3-2-123-16,0 0 47 15,3-1-32-15,4-3-15 0,3 0 25 16,-1 1 7-16,4-4-32 0,0-1 26 16,3 0-1-16,4-3-10 0,-4-3 20 15,0-1 15-15,0 0-50 0,-3-1-201 16,-3-2 91-16,-4-1-70 0,-3 0-255 15,1-2 25-15,-4-2-278 0,-4-3-1351 16</inkml:trace>
  <inkml:trace contextRef="#ctx0" brushRef="#br0" timeOffset="-155711.55">28019 9098 1406 0,'0'0'799'0,"0"0"-417"0,0 0 58 0,0 0-142 16,0 0-70-16,0 0-9 0,0 0-93 15,36 28-126-15,-23-30 6 0,3-4-6 16,-10-1 0-16,4-3-145 0,-7-1 28 16,0 1-149-16,-3 2-646 15,0-2 143-15,0 1 105 0,0 1-30 16,0 2 521-16,-6-4 98 0,-1-1 75 16,4 1 62-16,-3 0 192 0,3 6 340 15,-1 1-207-15,4 0-6 0,0 1 96 16,0 2-374-16,0 0-103 0,4 0 0 15,2 3 24-15,4 4 54 0,6 1-25 16,0 0-37-16,3 1-16 0,-2 2 1 16,-1 1-1-16,-3 1 2 15,0 6 179-15,-4-4 89 0,-2 5-75 16,-4-2-118-16,0-2-17 0,0-2-50 16,-3-4 3-16,0-3 19 0,0-4-20 15,0-2-12-15,0 0-1 16,-3-1-158-16,3 0-322 0,-3-5 142 15,-4-4-164-15,4-9-216 0,0-2 530 16,0-6 62-16,3 0-39 0,3 0 165 16,7 1 1-16,-1 3 113 15,11 4 95-15,-4 4 206 0,3 5 518 16,1 4-458-16,-1 4-86 0,0 1 205 16,-2 3-290-16,-5 2-126 0,1 5-124 15,-3 2 49-15,-3 0-102 0,-4 4 44 16,-3 1 2-16,-3-3-46 0,-4 5 6 15,1-4-34-15,-4 2 28 0,3-5-179 16,-2-2 177-16,2-1-70 0,1-2-166 16,-1 3 191-16,4 0-69 15,0 0-137-15,3-3 253 0,6 0 0 16,4 5 16-16,0-1 142 0,6 0-32 16,-3 1-48-16,3-3 83 0,-3-1-133 15,6-2-28-15,-3-4-13 16,4 0-200-16,-1-2-503 0,-3-2-94 15,0-2-715-15</inkml:trace>
  <inkml:trace contextRef="#ctx0" brushRef="#br0" timeOffset="-155292.55">29059 9077 33 0,'0'0'1137'0,"0"0"-759"0,0 0-53 0,36-23-20 0,-33 21 138 16,0 1-131-16,0 1-24 0,-3 0 81 15,4 0-107-15,-4 3-80 0,3 7 60 16,-3 6 3-16,3 5-174 0,-3 2-22 15,3-2-21-15,1-3-28 0,-4-4-226 16,3 0 105-16,0-3-97 0,0-4-381 16,-3-3 239-16,3 1-122 15,-3-4-848-15,0-1-3 0</inkml:trace>
  <inkml:trace contextRef="#ctx0" brushRef="#br0" timeOffset="-154960.85">28966 9037 874 0,'0'0'1998'0,"0"0"-1751"15,0 0-151-15,42-4 22 0,-17 3 105 16,4 1 4-16,0-4-82 0,1 1-95 16,-5-2 16-16,4 0-66 0,-6-1-94 15,0 0 78-15,-4 0 0 0,-3 1-78 16,0 1 66-16,-9 3 21 0,-1 1-128 15,1 0 132-15,-4 2 3 0,3 4-26 16,-2 3 26-16,-4 4 22 0,0 3-9 16,0 2 91-16,-7 3-44 15,4-5-47-15,-3 1 31 0,-1 1-44 16,7-4 0-16,-3 0 0 0,3 1 0 16,3-2-56-16,4-1 40 0,2-1 16 15,4-4-164-15,3 0 28 16,4-2-42-16,5-2-167 0,-2-3 203 15,3 0-9-15,-3-4-373 0,-7-3-629 16</inkml:trace>
  <inkml:trace contextRef="#ctx0" brushRef="#br0" timeOffset="-154698.45">29573 9010 192 0,'0'0'1589'0,"0"0"-966"16,-13 38-414-16,6-22 27 15,7-2 116-15,-3 4-122 0,3-3-50 16,3-2-44-16,4 3-22 0,-1-5-42 16,4 2-31-16,6-3 98 0,-3-4-46 15,10 2-77-15,-1-5 68 16,-2 1-84-16,2-4-56 0,1-2 18 15,-4 0 38-15,4-3-386 0,-7-2 146 16,0-2-295-16,-6 3-1304 0</inkml:trace>
  <inkml:trace contextRef="#ctx0" brushRef="#br0" timeOffset="-153400.25">30645 8975 741 0,'0'0'300'15,"0"0"-52"-15,0 0 399 0,0 0-281 16,0 0-56-16,0 0 54 0,10 35-134 16,-20-12-51-16,0 4-23 15,-6 2-30-15,0 1-28 0,0-4-25 16,3-2 55-16,0-2-77 0,7-7-23 16,-1-2 4-16,4-6-32 0,3-3-109 15,0-2 107-15,0-2-70 0,0 0-240 16,3-2 144-16,7-7 88 0,3-8-6 15,0-2 73-15,0-4-31 0,-4 1-113 16,1 0 67-16,-7 1 0 0,4-2-3 16,-1 2 89-16,1 3-44 15,-4 3-10-15,3 5 58 0,-6 6 20 16,4-1 18-16,-1 2 27 0,0 2 38 16,0-1 12-16,0 2-80 0,4 2-9 15,3 8 70-15,6 5 150 16,0 6-75-16,0 0-25 0,0-1-14 15,0 1-57-15,0-2-71 0,1 0 58 16,-4-3-62-16,-1 0-76 0,-2-3 74 16,0-3-68-16,-4-5-189 15,-2 0 141-15,-1-2-63 0,0-1-293 16,-3-2 12-16,0 0-245 0,-3 0-769 16</inkml:trace>
  <inkml:trace contextRef="#ctx0" brushRef="#br0" timeOffset="-153208">30606 9088 1876 0,'0'0'506'0,"0"0"-428"0,36 0 80 16,-20 0 189-16,7 0-186 0,-7 0-104 16,0 0-51-16,0-2 10 0,-3-4-16 15,0 1-118-15,-3-2 25 16,-4 3-103-16,-3-6-898 0,0 5-355 15</inkml:trace>
  <inkml:trace contextRef="#ctx0" brushRef="#br0" timeOffset="-152956.89">30661 8836 745 0,'0'0'781'0,"0"0"-387"15,42 2-148-15,-26-4-116 0,0-4-1 16,-3 1-61-16,0-4-7 0,0 4 17 16,-6-2-49-16,-1 3-16 0,-6-2 19 15,3 2 26-15,-3-5 9 16,0 3 33-16,-3-2-20 0,-10-1-19 16,-6 0-26-16,-1 6-35 0,-2 3-60 15,3 1-160-15,6 8 130 0,0 0-32 16,6 2-250-16,4 0-112 15,0-4-147-15</inkml:trace>
  <inkml:trace contextRef="#ctx0" brushRef="#br0" timeOffset="-151697.83">31453 8901 470 0,'0'0'720'0,"0"0"-430"0,0 0 223 16,0 0-257-16,0 0-45 0,0 0 121 16,0 0-181-16,0 0-20 0,0-33 7 15,-7 33-26-15,4 0-7 0,-4 1-83 16,-2 3 51-16,2 7-13 0,-6 7-12 15,4 3 75-15,2 3-26 0,1 4-5 16,6-5 53-16,0 5-52 0,0-2-90 16,6-1 78-16,1-2-81 15,2-2-68-15,7-5 49 0,1-1 19 16,5-6-179-16,1-4 177 0,3-3-48 16,-4-3-63-16,-2-4 97 0,-1-3 3 15,-3-2-66-15,-3 0 78 16,-3-1 1-16,-7 0-72 0,0-1 72 15,-3-1 0-15,-3 1-67 0,-7 0 55 16,1-2-58-16,-11 4-272 16,1 3 195-16,0 0 21 0,-4 4 97 15,7 3 29-15,3 3 71 0,-3 1 16 16,3 0-26-16,6 2 3 0,1-3 79 16,3-1-6-16,3 3-137 0,0-1-12 15,0 0 12-15,3 2 22 0,10-2-19 16,3 1 54-16,7-4-57 0,-1-1 26 15,1 1-4-15,-1-3-22 0,-2-3-10 16,-4 2 10-16,0-4 0 0,-6 5-14 16,-1-1 14-16,-5 2 0 15,-1-1-7-15,0 1 6 0,0-1 1 16,-3 2-67-16,4 0 67 0,-4 6 23 16,-4 5 116-16,-2 2 38 0,-1 0-111 15,-2 3-41-15,5-7 1 16,1 0-26-16,0-6-177 0,3 2 47 15,0-2-44-15,0-2-315 0,3-1 54 16,0-1-327-16,4-2-583 16</inkml:trace>
  <inkml:trace contextRef="#ctx0" brushRef="#br0" timeOffset="-151466.95">31808 8872 2195 0,'0'0'375'0,"0"0"-59"0,0 0-53 0,0 0-113 0,0 0 41 16,6 34 94-16,-6-11-122 0,4 5-113 15,-1-1-28-15,0-3 16 0,3 0-38 16,-2-1-29-16,5-1-6 0,-2-1 35 16,-1-5-321-16,1 4 48 0,-1-7-149 15,-3-1-595-15,-3-3-69 16</inkml:trace>
  <inkml:trace contextRef="#ctx0" brushRef="#br0" timeOffset="-151292.47">31746 9149 1838 0,'0'0'997'15,"0"0"-885"-15,0 0-86 0,0 0 57 16,49 0 55-16,-30 3-39 0,1-1-39 15,-4-2 4-15,3 0-45 0,-3-3-3 16,0-2 19-16,1 2-35 0,-8 0-121 16,1-1 6-16,-4 1-73 15,1-1-741-15,-4-1-544 0</inkml:trace>
  <inkml:trace contextRef="#ctx0" brushRef="#br0" timeOffset="-151088.89">31759 8826 2173 0,'0'0'365'0,"0"0"-204"16,42-1-9-16,-19 1 53 0,0 1 102 15,2 0-129-15,-2-1-137 0,3 1-38 16,-4-1-6-16,-2 0-92 0,-1-1-313 15,-9 1-110-15,0-2-1154 0</inkml:trace>
  <inkml:trace contextRef="#ctx0" brushRef="#br0" timeOffset="-150137.85">26659 9543 1559 0,'0'0'481'0,"0"0"-148"16,0 0 35-16,0 0-210 15,0 0-33-15,0 0-42 0,0 0-9 16,0 0-13-16,0 0 34 0,4 47 55 15,-1-25-8-15,0 0-6 0,-3 1 18 16,0 3-60-16,0 0-68 16,0-3 56-16,0-1-82 0,0-2 6 15,0-4-21-15,0-2 15 0,0-4-300 16,0-4 41-16,0-2-78 0,-3-1-438 16,0-3 140-16,-1 0-39 0</inkml:trace>
  <inkml:trace contextRef="#ctx0" brushRef="#br0" timeOffset="-149898.49">26333 9558 2186 0,'0'0'330'0,"0"0"-172"16,0 0 211-16,0 0-241 15,0 0-89-15,0 0-39 0,39-31 83 16,-20 28-39-16,10 0 26 0,-3 2 102 15,3-1-52-15,0 2-107 0,0 0 31 16,0 2-44-16,4 0-79 16,-4 2 78-16,-3-1-93 0,0 0-361 15,-4-3 205-15,-2 0-351 0,-8 0-1461 16</inkml:trace>
  <inkml:trace contextRef="#ctx0" brushRef="#br0" timeOffset="-149713.68">26821 9564 274 0,'0'0'1196'0,"10"36"-722"0,-7-12-26 15,3 3 71-15,-3-2-250 0,1-1-52 16,-4 0-65-16,0 0-47 0,0-2-105 16,0-2-22-16,0-2-7 15,0-3-139-15,0-4-363 0,0-5 28 16,0 0-305-16</inkml:trace>
  <inkml:trace contextRef="#ctx0" brushRef="#br0" timeOffset="-149446.96">26966 9619 2301 0,'0'0'359'0,"0"0"-227"0,0 0 73 16,0 0 67-16,0 0 5 0,0 0 23 15,0 37-134-15,3-25-118 0,-3 1-19 16,4 0 21-16,-1-1-50 16,0 0 34-16,4 1-15 0,-1 1-19 15,1-1 25-15,2 0-25 0,1-1 0 16,0 2 21-16,3-3-18 0,-1-2-3 16,1 2-21-16,0-1-17 15,3-3 26-15,-3-2-277 0,0 2 201 16,3-4-80-16,-3-1-351 15,3-2 70-15,-6 0-534 0</inkml:trace>
  <inkml:trace contextRef="#ctx0" brushRef="#br0" timeOffset="-148980.77">27305 9575 333 0,'0'0'1902'0,"0"0"-1243"16,0 0-409-16,0 0-52 16,0 0-39-16,0 0-90 0,0 0-69 15,-19 35 0-15,13-11 83 0,2 5-1 16,-2-1-32-16,3 0 60 0,-1-2-56 16,4 0-39-16,0-4 42 15,0 0-57-15,7-4 6 0,-1-3-6 16,4-2 0-16,3-3-128 0,0-3 43 15,0-3-86-15,3-4-36 0,-3 0 205 16,3-5 2-16,-3-3-48 16,0-2 45-16,-4-1 3 0,-5-1-128 0,2 2 116 15,-6-1-33-15,0 1 19 16,0 3 26-16,-3 1 39 0,0 1-4 16,-7-1 38-16,4 2-19 0,-1-1 58 15,-3 3 56-15,7 1-42 0,-3 1-104 16,-1 0 28-16,4 2-50 0,0 2-37 15,0 0 37-15,-1-2 28 0,4 2-25 16,0 0 88-16,0-2-38 16,0 0-9-16,7 2 120 0,-1-1-49 15,-2-2-84-15,2-1 71 0,4 0-102 16,-4 0-142-16,4-4 20 0,-1-2-182 16,1-2-798-16,0 2-872 15</inkml:trace>
  <inkml:trace contextRef="#ctx0" brushRef="#br0" timeOffset="-148664.23">27567 9858 290 0,'0'0'1710'0,"0"0"-1037"0,0 0-532 0,0 0 23 0,0-50 67 15,3 33-78-15,4 0-45 0,2-1-89 16,1-1 20-16,3 0-39 16,3 1-114-16,4 2 113 0,-1 3-34 15,-3 2-64-15,0 4 99 0,0 1 0 16,-3 6-22-16,0 0 22 0,-6 2 31 16,-1 4-11-16,-3 5 85 15,4 3 6-15,-1 5 41 0,-3 2 46 16,-3-1-47-16,0-1-37 15,4 4 29-15,-4-1-87 0,3-2-22 0,0-1 9 16,0-1-43-16,1-2-139 16,-1-1 80-16,0-7-101 0,0-1-345 15,-3-2 133-15,0-3-139 0,0-1-1014 16</inkml:trace>
  <inkml:trace contextRef="#ctx0" brushRef="#br0" timeOffset="-148456.27">27641 9762 339 0,'0'0'2786'0,"0"0"-2284"15,0 0-350-15,0 0 80 0,0 0-31 16,33 5-101-16,-17-3-10 0,0-1-90 16,0-1-149-16,-3 0 121 15,3 0-78-15,-3-1-228 0,3-1 122 16,-3-3-381-16,0 1-914 0,-3 0 719 15,-4-1 103-15</inkml:trace>
  <inkml:trace contextRef="#ctx0" brushRef="#br0" timeOffset="-147960.84">27926 9769 517 0,'0'0'568'0,"0"0"-194"0,0 0 253 16,0 0-332-16,0 0-85 16,0 0 19-16,0 0-107 0,-17 37-20 15,11-28 46-15,-1-1-5 0,1 3-28 16,-4 1 18-16,1 1 13 0,-1-1-52 16,3-2-56-16,4-6 34 15,0 0-72-15,3-1 0 0,0-1 0 16,0-2 0-16,0 0-101 0,0-5 45 15,6-7-23-15,4-6 3 16,0-3 73-16,0-2 3 0,-4 0-76 16,0 2 76-16,4 1 0 0,-3-2-67 15,2 6 67-15,1 2-38 0,-4 4-76 16,1 4 111-16,-1 3-19 0,-2 3-35 16,2 1 57-16,0 9 25 0,4 9 52 15,0 3 177-15,3 2-128 0,-4-1-82 16,4-5 35-16,-3-3-79 0,3-3 28 15,0-1-9-15,3-4-6 0,0-3 9 16,-3-3 66-16,0-1 3 16,-3-1 56-16,-4-2 98 0,-3-2-57 15,4 2-46-15,-4-5 78 0,0-3-83 16,1-3-128-16,-1-2 128 0,-3 0-137 16,-3 0 3-16,-1-2-51 15,-2 1 48-15,-4-2-376 0,4 3 247 16,-1 5-173-16,4 1-512 0,3 5 258 15,0 3-453-15</inkml:trace>
  <inkml:trace contextRef="#ctx0" brushRef="#br0" timeOffset="-147370.08">28345 9633 2243 0,'0'0'758'0,"0"0"-611"0,0 0 102 16,0 0 187-16,0 0-205 15,0 0-231-15,0 0 68 0,-19 48-68 16,16-19 47-16,-4-1-31 0,7 0 37 15,-3-3-53-15,3-2-41 16,3-1 26-16,4-7 15 0,2 1-211 16,1-6 111-16,0-4-51 0,0-4-42 15,2-2 193-15,1-3 0 0,0-5-66 16,3 0 65-16,-6-5-20 0,3 0-227 16,-6-1-50-16,-1-1-27 0,-6 1-60 15,0-2 385-15,0 2 20 0,-3 2-20 16,0 4-43-16,-1 2 39 0,-2 1 4 15,-1 4 84-15,1-3 43 0,-1 4 160 16,-2 0-197-16,-1 4 23 16,4-1 70-16,-4 3-55 0,7-1-16 15,-1 1 56-15,1-3-63 0,3 4-105 16,3-4-120-16,4-1 98 0,6 2 0 16,3-3-67-16,0 0 89 15,0 0-32-15,-3 1-52 0,0 2 84 16,0 2 0-16,0 3 0 0,0-1 57 15,-3 3 169-15,-1 4 106 0,1-2-93 16,-4 3-44-16,1-3-43 16,-1 2-10-16,-6-1-142 0,0-3-3 15,4 1-43-15,-4-2 24 0,0-2-382 16,0-2 110-16,-4-3-210 0,4-1-970 16,-3-1-28-16</inkml:trace>
  <inkml:trace contextRef="#ctx0" brushRef="#br0" timeOffset="-146075.03">29227 9676 865 0,'0'0'254'15,"0"0"-65"-15,0 0 283 16,0 0-225-16,0 0 5 0,0 0 162 16,0 0-166-16,0 0-53 0,0 0-67 15,-3-12-42-15,3 12-86 0,3 1 29 16,0 3-29-16,1 7 108 0,2 6 25 16,1 1 9-16,-1 5-57 0,-3-1-75 15,0-1 59-15,1 0-69 0,-1-4-28 16,3 0 2-16,-6-4 4 0,7-1-357 15,-4-2 95-15,-3-4-184 0,0-1-900 16,0-4 17-16</inkml:trace>
  <inkml:trace contextRef="#ctx0" brushRef="#br0" timeOffset="-145856.52">29104 9630 2088 0,'0'0'373'0,"0"0"-157"15,0 0-216-15,0 0-44 0,0 0 18 16,0 0 26-16,42-7 45 0,-19 11-25 16,3 0-5-16,-4-1-15 0,4 3 0 15,-3-1 36-15,-4 0-36 0,1-2-219 16,-4 0-576-16,-7-3-493 0</inkml:trace>
  <inkml:trace contextRef="#ctx0" brushRef="#br0" timeOffset="-145653.03">29434 9622 1379 0,'0'0'698'16,"0"0"-443"-16,0 0-254 0,0 0 86 15,0 0 77-15,-3 46 113 0,3-23-158 16,0 1-19-16,0 1-27 0,0-7 4 15,0 1-42-15,3-3-29 0,0 2 23 16,-3-3-29-16,3-4-230 0,1-5 50 16,-4-1-45-16,3-3-519 15,-3-1-40-15,3-1-346 0</inkml:trace>
  <inkml:trace contextRef="#ctx0" brushRef="#br0" timeOffset="-145374.61">29634 9679 1644 0,'0'0'270'0,"0"0"-10"16,0 45 5-16,0-28-194 16,0-2-45-16,0 0-13 0,0 1 2 15,0-2-14-15,0-2 21 0,3 1-20 16,1-4 20-16,2 0 24 0,-3-2-17 15,4 0 16-15,-1-3 29 0,1 1 32 16,6-1-13-16,6-2 0 16,4 2-13-16,-4-3-52 0,0 0-15 15,-3 0 6-15,-6 0-19 0,0-1-73 16,-4 0 6-16,1 1-270 0,-1-1-914 16,1 0-258-16</inkml:trace>
  <inkml:trace contextRef="#ctx0" brushRef="#br0" timeOffset="-144940.81">30312 9673 1345 0,'0'0'338'0,"0"0"-247"15,0 0 59-15,0 0 54 0,0 0 143 16,0 0-176-16,-3 47-26 16,0-29 12-16,0 3-16 0,3 1 3 15,0-2 15-15,0-2-19 0,0 1-61 16,3-3-60-16,7 1 7 16,-4-5-26-16,4 0 3 0,-1-3-5 15,1-3 2-15,0-1-213 0,3-2 150 16,-4-3-7-16,4 1-141 0,-3-1 96 15,-3-4-46-15,-1-1-391 0,-3 0-438 16,0-3-49-16</inkml:trace>
  <inkml:trace contextRef="#ctx0" brushRef="#br0" timeOffset="-144790.59">30309 9760 205 0,'0'0'1323'0,"0"0"-848"15,0 0-187-15,45 15-84 0,-25-12-42 16,-1-1-117-16,-3-1-45 16,0-1-20-16,1 0-2 0,-8-1-82 15,-2-2-1041-15,-4 1-193 0</inkml:trace>
  <inkml:trace contextRef="#ctx0" brushRef="#br0" timeOffset="-144495.35">30383 9679 1163 0,'0'0'511'0,"0"0"-375"15,42-12-110-15,-25 9 3 0,2-3-6 16,0 2-22-16,4-3 1 0,-4 3 2 16,1-1-4-16,-4 2 0 0,0 3-22 15,-3 2-20-15,-3 4-7 0,-4 3-39 16,4 2 43-16,-7 4 45 0,3 1 71 15,-2 1 342-15,-1 1-70 0,-3-1-18 16,0 0-231-16,0-1-62 16,0-2-32-16,0-1-52 0,-3-2-128 15,-1-1-211-15,4-5 139 0,-3 0-18 16,3-2-264-16,0 0 130 16,-3-1-19-16</inkml:trace>
  <inkml:trace contextRef="#ctx0" brushRef="#br0" timeOffset="-144274.81">30616 9804 84 0,'0'0'329'0,"0"0"66"0,0-46-197 15,0 32 99-15,0-2 93 0,3 2-214 16,0 7-56-16,4 1-13 16,-1 3-91-16,4 3 16 0,3 2 134 15,3 7 60-15,0 3 116 0,0 3 32 16,-3 2-224-16,3-2-51 0,1-2-30 16,-1-1 29-16,-3-2-44 0,3-2-51 15,0-4 82-15,-6 0-28 0,-1-4-38 16,-2 0 141-16,-4 0-12 0,0-4-36 15,4 1 43-15,-1-5-32 0,-3-2-15 16,1-1 77-16,-4-2-146 16,0-2 16-16,-4 0-85 0,-5-1 30 15,-1 1-360-15,0-3 141 0,1 4-182 16,2 3-769-16,1 3-305 16</inkml:trace>
  <inkml:trace contextRef="#ctx0" brushRef="#br0" timeOffset="-143556.9">31398 9654 800 0,'0'0'1312'0,"0"0"-1030"0,0 0-88 0,0 0 112 15,0 0-175-15,0 0-73 0,0 0 102 16,0 0-42-16,-13 40-55 16,0-16 14-16,-3 4 43 0,-4-4-38 15,4-2-41-15,3-2 60 0,0-4-101 16,4-4 16-16,2-3-16 16,4-3 0-16,0-2-84 0,-1-2 68 0,4-1-12 15,0 0-143-15,0-1 171 16,4-3-54-16,2-8-150 0,7-5 192 15,3-4 8-15,-3-1-59 0,3 0 40 16,-3 1 20-16,3-1-54 16,0 1 55-16,1-1-36 0,2 1-122 15,0 6 86-15,-6 3 13 0,-3 4-19 16,0 3 80-16,-7 3 3 0,0 1 13 16,4 2 38-16,-1 10 155 0,1 8 181 15,-4 4-171-15,0 3-90 0,-3-2-91 16,6-2 38-16,-6-5-76 0,7 2-7 15,-4-2-24-15,4-1 31 0,-4-1-392 16,0-2 175-16,0-3-81 16,-3-5-325-16,0 1 98 0,0-5-103 15</inkml:trace>
  <inkml:trace contextRef="#ctx0" brushRef="#br0" timeOffset="-143355.89">31301 9792 1876 0,'0'0'716'0,"0"0"-340"16,0 0-308-16,0 0 15 0,0 0 192 15,48 28-91-15,-25-15-108 0,3-3-60 16,-1-3 28-16,-5 2-44 0,-1-5-57 16,4 1 35-16,-10-2 3 0,3-3-219 15,0 0-8-15,-6 0-97 0,-4-2-573 16,-3 0-91-16,4-4 199 0</inkml:trace>
  <inkml:trace contextRef="#ctx0" brushRef="#br0" timeOffset="-143163.27">31620 9678 1489 0,'0'0'244'0,"0"0"87"0,0 0-42 15,0 0 15-15,0 0 129 0,39 24-193 16,-29-5-75-16,0-3-51 0,-1 1-22 15,-2-4-92-15,2-1 0 0,-2-1-22 16,-4-1-70-16,0-6-337 16,4 0 233-16,-4 0-87 0,0-1-520 15,1-2 42-15,2-1-240 0</inkml:trace>
  <inkml:trace contextRef="#ctx0" brushRef="#br0" timeOffset="-142946.45">31814 9647 1225 0,'0'0'884'0,"0"0"-661"0,0 0 20 15,-19 52 297-15,9-30-256 0,4-2-59 16,3-2-80-16,-1 3-56 16,-2-1-89-16,3-4-32 0,-1 4 10 15,1-5-19-15,3 2-371 0,0-3 166 16,0-3-94-16,0-4-511 0,3-2 61 15,1-3-211-15</inkml:trace>
  <inkml:trace contextRef="#ctx0" brushRef="#br0" timeOffset="-140828.58">32060 9771 627 0,'0'0'1896'0,"0"0"-1551"0,0 0-185 16,0 0 13-16,0 0 31 0,0 0-13 16,0 0-120-16,0 0-71 0,0 0-139 15,0 0 117-15,29-12-51 0,-23 15-294 16,-2 2-64-16,-1-2-314 0,0-1-1017 15</inkml:trace>
  <inkml:trace contextRef="#ctx0" brushRef="#br0" timeOffset="-140715.92">32099 9857 1804 0,'0'0'761'0,"0"0"-613"16,0 0-109-16,0 0-39 0,0 0-122 15,0 0-302-15,0 0-1377 0</inkml:trace>
  <inkml:trace contextRef="#ctx0" brushRef="#br0" timeOffset="-139950.98">28184 10583 2028 0,'0'0'333'0,"0"0"-103"15,0 0 5-15,0 0-138 16,0 0 2-16,0 0 51 0,0 0-41 16,0 0-74-16,0 0-16 0,45 17 10 15,-22-11-29-15,-4-1-52 0,4 0 50 16,3 0-54-16,3-3-334 0,0 0-65 15,-7-2-602-15</inkml:trace>
  <inkml:trace contextRef="#ctx0" brushRef="#br0" timeOffset="-139355.77">28859 10518 740 0,'0'0'427'0,"0"0"-238"16,0 0 48-16,0 0-106 0,0 0 31 15,0 0 182-15,0 0-186 16,0 0-28-16,0 0 83 0,3-9-30 16,-3 9 38-16,0 0 44 0,0-1-68 15,0 1-52-15,-3 0-66 0,0 0 22 16,-4 0-92-16,-2 1 25 15,-1 6-23-15,-3 4-11 0,-3 2-16 16,6 1 16-16,0 1 47 0,4 0-37 16,3 1 106-16,-1 1-94 0,4 0 13 15,0 2 5-15,7-3-40 0,3-3-144 16,3-2 140-16,3-1-56 0,3-3-169 16,4-1 181-16,-1-3-40 0,4-1-217 15,-3-2 114-15,-1 0-172 0,-2-3-721 16,-7 0 104-16,0-2 246 0</inkml:trace>
  <inkml:trace contextRef="#ctx0" brushRef="#br0" timeOffset="-138954.98">29075 10532 1105 0,'0'0'547'0,"0"0"-345"16,0 0-69-16,0 0 29 0,0 0-75 0,0 0 14 0,0 0 170 15,0 0-87-15,0 0 9 0,0 0 52 16,-3 34-117-16,-3-18-55 15,6 0-42-15,0-1 43 0,0 1-59 16,0 0 14-16,0-2 2 0,3-1-31 16,0-1 19-16,0-3-19 15,4-3 42-15,-1-1-14 0,7 0 63 16,0 1-84-16,3-1 31 0,0-2-20 16,-3-3-18-16,3 0-72 0,-3 0 72 15,0 0-104-15,-3-1-264 0,0 0 64 16,-4 0-108-16,1-1-482 0,-4 0 187 15,0-1-286-15</inkml:trace>
  <inkml:trace contextRef="#ctx0" brushRef="#br0" timeOffset="-138373.45">29453 10694 1308 0,'0'0'813'0,"0"0"-716"0,0 0 0 0,0 0 97 16,0 0-87-16,0 0-20 15,0 0-7-15,0 0-15 0,0 0 5 16,0 0 20-16,10 26-23 0,-7-31-41 16,0-2-16-16,1-3 12 15,-1-1-16-15,3-5 4 0,-2 0 12 16,2-2-22-16,-3 2-25 0,0 1 23 16,1 0 2-16,2-1-71 0,1 4 68 15,-1 2-10-15,1 3-43 0,-1 2 54 16,0 2 2-16,1 1 0 15,3 1 23-15,-1 1 6 0,1 7-26 0,3 2 39 16,-3 4-10-16,-4 0 25 0,0 2 10 16,1 0-60-16,-4 1 15 15,0-1-22-15,1 1 0 0,-4 0-51 16,0-1-19-16,0-1-91 0,0 0-118 16,0-5 66-16,-4-2-98 0,1-2-673 15,0-2 270-15</inkml:trace>
  <inkml:trace contextRef="#ctx0" brushRef="#br0" timeOffset="-138166.21">29456 10654 779 0,'0'0'1079'16,"0"0"-800"-16,0 0-114 0,0 0 7 15,0 0 82-15,0 0 93 0,36-15-222 16,-20 15-64-16,4 1-61 0,-4 2 27 15,0 2-27-15,0 1-79 16,-3-1 63-16,3-2-96 0,0-1-739 16,-6-1-409-16</inkml:trace>
  <inkml:trace contextRef="#ctx0" brushRef="#br0" timeOffset="-137934.96">29754 10649 1247 0,'0'0'1043'0,"0"0"-726"0,13 48 56 16,-7-33 36-16,7 0-253 0,0-2-80 15,3-3-67-15,0-2 52 16,0-5-61-16,4-3-16 0,-1-1 16 16,-3-4 0-16,4-3 19 0,-4 0-29 15,-3-1 10-15,-4 0-148 0,-2 1 103 16,-1-1-12-16,-3 3-118 0,-3-3 63 15,0 0-109-15,0-2-402 0,-3 0-382 16,0 1-120-16</inkml:trace>
  <inkml:trace contextRef="#ctx0" brushRef="#br0" timeOffset="-137589.4">30054 10671 1528 0,'0'0'579'15,"0"0"-152"-15,0 0-205 0,0 0-3 16,0 0 15-16,0 0-161 0,16 33-73 16,-16-30-32-16,0-1 19 15,3-1-86-15,-3 1-115 0,0-2 214 16,0-2-4-16,0-3-31 0,0-3 32 16,0-5-26-16,0-4-48 0,0 1 48 15,4-2-74-15,2 2-347 0,4 2 103 16,3-1 38-16,0 7-39 0,0 2 332 15,3 1 16-15,-3 2 302 16,-1 1 105-16,1 2-63 0,0 0 115 0,-3 1-202 16,0 2-52-16,-7 1 2 15,0 1-105-15,4 5-57 0,-7 6-33 16,0 0 87-16,0 2-1 0,-10-1 12 16,0-2 0-16,1 0-110 0,-4-2-53 15,3-2 40-15,-3-1-6 0,0-2-167 16,7 0 91-16,-4-4-86 15,7-1-431-15,3 0-60 0,-3-3-573 0</inkml:trace>
  <inkml:trace contextRef="#ctx0" brushRef="#br0" timeOffset="-137330.34">30325 10603 715 0,'0'0'1344'0,"0"0"-929"0,0 0 23 16,-9 37-99-16,9-25-62 0,0-2-100 15,0 0-82-15,0 0-89 0,6 0 13 16,4 1 35-16,-1-4-54 0,4 3-101 16,0-4 98-16,7 0-41 0,-4-3-10 15,3-1 22-15,-3-2 32 0,-3 0-231 16,0-4 78-16,-3-1-248 15,0 1-1439-15</inkml:trace>
  <inkml:trace contextRef="#ctx0" brushRef="#br0" timeOffset="-137171.73">30454 10639 2162 0,'0'0'197'0,"0"0"-100"0,0 0 13 0,0 0-49 16,0 0-57-16,39-6-4 16,-32 3-123-16,-4 1-632 0</inkml:trace>
  <inkml:trace contextRef="#ctx0" brushRef="#br0" timeOffset="-137028.3">30425 10531 1630 0,'0'0'1156'0,"0"0"-847"0,0 0-204 0,0 0 7 16,0 0-80-16,0 0-16 0,0 0-16 15,39-12-109-15,-29 12 23 16,6 1-196-16,-3 1-1483 0</inkml:trace>
  <inkml:trace contextRef="#ctx0" brushRef="#br0" timeOffset="-136627.9">31088 10569 1032 0,'0'0'528'0,"0"0"53"0,0 0-283 15,0 0 9-15,0 0 132 0,0 0-146 16,0 0-90-16,0 0-77 0,0 0 6 15,-42 23-35-15,25-8 1 16,4 1 92-16,4 2-56 0,2-1-91 16,1-1 56-16,3 0-99 0,-1-2-152 15,4-2 121-15,4-2-127 0,2-3-474 16,1-2 193-16,5-3-158 0,1-1-1123 16</inkml:trace>
  <inkml:trace contextRef="#ctx0" brushRef="#br0" timeOffset="-136337.09">31230 10634 1436 0,'0'0'1268'0,"0"0"-739"0,0 0-220 15,0 0-34-15,-4 38-29 0,11-32-65 16,3 3-88-16,6-3-87 0,0-2 75 15,0-4-81-15,0 0 34 0,0-5-28 16,-3-1-6-16,0-3 34 16,0 3 28-16,-6-1-62 0,-1 1 40 15,-3-1-19-15,0-1-21 0,1 1 41 16,-4-3-32-16,0-3-9 0,-4-2-198 16,1 3 164-16,-3 3-96 0,3 4-271 15,3 1 165-15,-4 0-203 0,1 1-747 16,3-1 48-16</inkml:trace>
  <inkml:trace contextRef="#ctx0" brushRef="#br0" timeOffset="-135978.41">31475 10637 1217 0,'0'0'1122'0,"0"0"-706"0,3 47-265 15,-6-34-51-15,0-2 50 0,0-2-81 16,3-3-69-16,0-2-218 0,-4-1 86 15,4-1-6-15,0-1-88 0,0-1 107 16,0 0 38-16,4-7-16 16,-1-2 59-16,3-5 38 0,4-4 133 15,0-1 15-15,3 0 7 0,-4 3-10 16,4-2-100-16,0 3-19 0,0 3-23 16,3 2 46-16,-3 6 5 0,-6 2-22 15,2 1 52-15,-5 1-1 0,-1 0 58 16,0 3 37-16,3 2 15 15,-6 5 157-15,0 3-99 0,0 4-77 16,-6-1-91-16,-4-2 53 0,4 1-136 16,-4-3 49-16,0 1-40 0,1-3-9 15,2-3-121-15,1-1 119 0,3 0-88 16,-1-4-240-16,4 0 198 16,-3 0-129-16,3-1-490 0,3-1 159 15,7-7-8-15,-7 0-1025 16</inkml:trace>
  <inkml:trace contextRef="#ctx0" brushRef="#br0" timeOffset="-135730.83">31734 10569 1267 0,'0'0'329'0,"0"0"54"0,0 0 251 16,0 0-299-16,0 0-31 0,-23 36 11 15,16-22-150-15,4 1-65 0,3-4 7 16,0 2 82-16,0-2-73 0,7 0-88 15,2-1 83-15,1 0-64 16,6-1-41-16,0 0 142 0,4-3-132 16,2-1 36-16,-2-3 1 15,2-1-53-15,1-1-3 0,-7 0-53 16,0 0 56-16,-3-3-418 0,-3 0 176 16,-7-1-167-16,4 0-930 0,-7 2-190 15,0-5 820-15</inkml:trace>
  <inkml:trace contextRef="#ctx0" brushRef="#br0" timeOffset="-135590.43">31830 10610 2413 0,'0'0'1060'0,"0"0"-857"0,0 0 30 16,0 0 106-16,0 0-36 0,0 0-130 16,33 8-71-16,-24-5-102 0,-2-3-236 15,3 1 189-15,-7-1-111 0,0 0-345 16,0-1 159-16,-3-3-263 15,0 0-1098-15,-3 1 556 0</inkml:trace>
  <inkml:trace contextRef="#ctx0" brushRef="#br0" timeOffset="-135436.74">31850 10520 1575 0,'0'0'533'16,"0"0"-132"-16,6-32 92 0,1 26-215 16,-1 2 33-16,7-2 36 0,3 0-152 15,4 1-195-15,-4 2-65 0,-3 1 42 16,0 1 1-16,-4 1-267 0,-5 0 181 15,2 0-31-15,-6 0-289 16,0 1-258-16,0 2-698 0</inkml:trace>
  <inkml:trace contextRef="#ctx0" brushRef="#br0" timeOffset="-134664.47">28155 11307 2550 0,'0'0'380'15,"0"0"-89"-15,0 0-90 0,0 0-29 16,0 0-24-16,0 0-34 0,39 30 14 15,-23-25-81-15,3 0-21 16,4-2-19-16,-1-2-7 0,4-1-205 16,0 0 66-16,0-3-280 0,-7-1-1672 15</inkml:trace>
  <inkml:trace contextRef="#ctx0" brushRef="#br0" timeOffset="-133894.83">28991 11221 716 0,'0'0'372'0,"0"0"2"16,0 0 260-16,0 0-291 0,0 0 9 15,0 0 106-15,0 0-165 0,0 0-81 16,0 0-86-16,0 0-10 16,-22-7-116-16,9 10 40 0,-3 6-30 15,3 0-10-15,0 1-6 0,0 1 6 16,3 2 45-16,1 2-36 0,2 3 100 15,4 0-78-15,0 4 3 16,3 1 26-16,6-1-60 0,1-3-122 16,5-3 121-16,1-3-58 0,0-1-177 15,3-3 173-15,-3-2-53 0,4-5-367 16,-1-2 34-16,0 0-200 0,-6-5-1285 16</inkml:trace>
  <inkml:trace contextRef="#ctx0" brushRef="#br0" timeOffset="-133591.85">29159 11306 218 0,'0'0'1597'0,"0"0"-875"0,-19 45-438 15,19-25-43-15,0 0 26 0,0-2-127 16,6-1-58-16,4-2-82 0,3-4 35 15,0-5-35-15,6-4-72 16,1-2 69-16,-1-4 3 0,0-4-108 16,1-4 95-16,-4-2 1 0,-3-1 12 15,0 0 25-15,-4 0-12 0,-5 1 0 16,-1 1 37-16,-3-2-2 0,0 0-10 16,-3 1 60-16,-4-3-98 15,-2 2-38-15,-4 1-76 0,-3 0-102 16,3 5-265-16,-4 0 33 0,1 7-334 0,7-1-802 15</inkml:trace>
  <inkml:trace contextRef="#ctx0" brushRef="#br0" timeOffset="-132855.83">29544 11249 1077 0,'0'0'531'0,"0"0"-35"15,0 0-321-15,0 0 10 0,0 0 208 16,0 0-175-16,26 46-7 0,-23-27 41 16,3 2-100-16,-3-2-96 0,-3-4-40 15,0-3 34-15,0-1-50 16,0-3-94-16,0-1 91 0,0-4-70 0,0-2-143 15,0 1 162-15,0 0-16 16,0-2-22-16,0 0 91 0,-3-4 1 16,3-4-71-16,0-4 55 0,-3-3-9 15,3-1-75-15,0-2 88 16,0 1-46-16,3-2-93 0,0 1 25 16,4 2-87-16,6 4-43 0,0 2 201 15,3 3 55-15,-3 4 97 0,3 1 152 16,-6 2 32-16,3 5 114 0,-1 3-229 15,-2 3-45-15,-3 0 47 16,-1 1 15-16,-3 4-44 0,1-1-20 16,-4 0 38-16,-4 1-79 0,1 0-59 15,-3-2 46-15,-1 2-65 0,-3-1-75 16,1-1 60-16,-1-2 15 0,0-3-149 16,1-2 148-16,2-3-71 0,4-1-274 15,0-1 137-15,-4 0-90 0,4-2-321 16,3-2 131-16,0-3-219 15</inkml:trace>
  <inkml:trace contextRef="#ctx0" brushRef="#br0" timeOffset="-132606.31">29815 11285 1820 0,'0'0'525'0,"0"0"-173"0,0 0 63 16,0 0-189-16,0 0-32 0,13 34-16 0,-13-17-37 15,0 3-109-15,0-1 2 16,-3-2-5-16,3 1-29 0,0 1-25 16,3-5 25-16,0 2 0 0,4-4-111 15,2-1 108-15,1-4-13 0,3-2-69 16,-3-1 66-16,2-3 19 0,-2-1-161 16,0-2 31-16,0-2-62 0,-4 0-282 15,0 1-34-15,-6 0-291 16</inkml:trace>
  <inkml:trace contextRef="#ctx0" brushRef="#br0" timeOffset="-132420.27">29876 11354 1693 0,'0'0'891'0,"0"0"-662"16,0 0-94-16,0 0-74 0,0 0-22 15,0 0-39-15,33 19-23 16,-27-19-51-16,1 0-238 0,-4-3-839 16,-3 1 60-16</inkml:trace>
  <inkml:trace contextRef="#ctx0" brushRef="#br0" timeOffset="-132271.87">29880 11244 264 0,'0'0'1979'0,"0"0"-1727"0,0 0-103 16,45-14-8-16,-26 10-96 15,-3 1-29-15,4 0-9 0,-1 0 14 16,4 1-21-16,-4 1-344 0,-6-1-217 16,0 1-433-16</inkml:trace>
  <inkml:trace contextRef="#ctx0" brushRef="#br0" timeOffset="-132056.3">30235 11205 176 0,'0'0'2352'0,"0"0"-1674"15,0 0-537-15,0 0 27 0,0 0 170 16,0 0-98-16,0 0-109 0,0 0-116 16,-20 33 79-16,8-15-20 15,-5 4-6-15,1 1 130 0,0-2-127 16,3-3-28-16,4 0-7 0,-1-5-36 15,3-3-230-15,1-3 143 0,3-2-145 16,3-2-759-16,-4-2-155 0,1-1-487 16</inkml:trace>
  <inkml:trace contextRef="#ctx0" brushRef="#br0" timeOffset="-131854.64">30102 11211 2079 0,'0'0'601'0,"0"0"-186"0,0 0 59 16,0 0-205-16,46 18-45 0,-30-4 34 15,3 2-59-15,1 2-88 0,-1 1-105 16,-3-1 111-16,0 4-117 0,0-1 43 16,-3-1-45-16,0 1 2 0,-3-1-271 15,0-5 110-15,-4 0-145 0,1-4-488 16,-1-4-6-16,-3-2-645 0</inkml:trace>
  <inkml:trace contextRef="#ctx0" brushRef="#br0" timeOffset="-112060.27">27208 12920 1356 0,'0'0'449'0,"0"0"199"15,0 0-403-15,0 0-109 0,0 0-50 16,0 0-85-16,0 0 54 16,0 0 28-16,33 12-35 0,-7-6-28 15,-1-1-14-15,5-3 42 0,2-1-48 16,0 2 22-16,0-3 1 0,4 0-23 15,-1 0-122-15,-9 0-525 16,3 1-717-16</inkml:trace>
  <inkml:trace contextRef="#ctx0" brushRef="#br0" timeOffset="-111388.7">27838 12708 235 0,'0'0'1069'0,"0"0"-880"0,0 0 210 15,0 0-233-15,0 0-20 0,0 0 155 16,0 0-195-16,0 0-15 0,0 0-14 16,0 0-77-16,-6-15-26 15,6 22 26-15,6 5 52 0,7 6 172 16,0 8 22-16,0 3-116 0,0 3-41 15,-3 4-35-15,-1 0 19 0,1 4-73 16,3-2 28-16,-7 2-56 16,7-4 28-16,-3-4-336 0,0-6 87 15,3-6-37-15,-7-6-309 0,1-9 212 16,-4-2 383-16,0-3 241 16,0 0 115-16,0-7-172 0,1-5 87 15,-4-6-66-15,3-8 23 0,0-2 33 16,-3-5-119-16,0 1-54 0,0-2-28 15,0 0 32-15,0-3-92 0,-6-3-16 16,6 4-19-16,0 2 32 0,0 4-138 16,0 7 140-16,6 8-32 0,-3 5-126 15,4 6 115-15,-4-1-33 0,4 3-130 16,-1 1 98-16,4 1-180 0,-1 2-1029 16,-2 3 218-16</inkml:trace>
  <inkml:trace contextRef="#ctx0" brushRef="#br0" timeOffset="-110989.96">28242 12753 1686 0,'0'0'273'0,"0"0"-153"0,0 0 161 0,0 0-22 0,0 0 11 16,16 53 22-16,-6-28-136 16,-7 1-54-16,4 0-22 0,-1-1 5 15,0 0-85-15,-2 3 19 0,2-3-32 16,1-1 13-16,-1-3-279 0,-3-1 20 16,7-4-114-16,-4-6-800 15,-2-5-55-15</inkml:trace>
  <inkml:trace contextRef="#ctx0" brushRef="#br0" timeOffset="-107777.17">29130 12719 39 0,'0'0'176'0,"0"0"150"0,0 0 489 15,0 0-633-15,0 0 88 0,0 0 103 16,0 0-221-16,0 0-9 0,-19-13 41 16,19 12-62-16,0 1-29 15,0 0-58-15,0 0-35 0,0 6-61 16,0 3 61-16,0 10 12 0,3 4 75 15,0 1 6-15,1 3 6 0,-4-4-31 16,6-2-21-16,-3-1 24 16,4 0-43-16,-4 0-15 0,3-5 22 15,1-1-35-15,-1-4-3 0,1-2-26 16,-4-5 29-16,0-1-57 0,0 0 57 16,4-2 64-16,-4 0 28 15,7-6 25-15,0-4-41 0,-1-7-57 16,4-2 63-16,0-3-82 0,0-1 35 15,-3 5-35-15,-1-1 0 0,-2-1-75 16,-1 5 59-16,1-1 16 0,-1 6-117 16,-3 4 114-16,-3 1-60 0,0 4-150 15,4-1 149-15,-4 1-41 0,0 1-216 16,-4 2 79-16,-2 6-39 0,-4 2 112 16,1 2 144-16,-1 1 25 15,7-2 85-15,-4 2 48 0,7 0 12 16,0 3 65-16,0-3-97 0,7 1-20 15,-4-1 3-15,3 3 10 16,4-5-20-16,3-2-25 0,-3 1-26 16,6-3-35-16,0-3-137 0,-3 1 60 15,3-5-42-15,0 1-254 0,0-6-100 16,0-1-232-16,-3 0-678 16</inkml:trace>
  <inkml:trace contextRef="#ctx0" brushRef="#br0" timeOffset="-107501.71">29595 12746 1683 0,'0'0'130'0,"0"0"30"15,0 0 138-15,0 0-149 0,0 0 199 0,0 0 69 16,-13 45-238-16,4-21-81 0,-4 1-63 16,0-2 45-16,0-1-49 15,3-2-18-15,-3-3 28 0,7-4-41 16,3-2-115-16,-1-5 61 0,4-3-63 15,0 2-286-15,0-4 168 16,0-1-110-16,4-4-522 0,5-6 796 16,8-6 2-16,-5-5-292 0,1 2 182 15,0 0 87-15,-3 0-2 0,-4-2 66 16,1 2 26-16,3 0-24 16,-4 5-228-16,-3 0-96 0</inkml:trace>
  <inkml:trace contextRef="#ctx0" brushRef="#br0" timeOffset="-107377.83">29595 12746 117 0,'36'-6'679'16,"-33"6"-428"-16,-3 5 12 0,7 4 692 15,-1 9-534-15,0 2-116 0,4 1-42 16,3-2-119-16,-3 1-55 0,3-4-73 16,-4 2 41-16,4-2-57 0,-3-1-35 15,0-2 32-15,6 0-134 0,-6-3-397 16,-1 0 147-16,1-2-122 16,-10-3-617-16</inkml:trace>
  <inkml:trace contextRef="#ctx0" brushRef="#br0" timeOffset="-107193.89">29453 12872 1709 0,'0'0'510'16,"0"0"-497"-16,0 0 149 0,45 17 99 15,-22-11-151-15,0-2-49 0,3-1-42 16,-1-1 8-16,1-1-27 0,3-1-406 15,-9 0-567-15,-1 0-203 0</inkml:trace>
  <inkml:trace contextRef="#ctx0" brushRef="#br0" timeOffset="-107026.77">29912 12807 1034 0,'0'0'975'16,"0"0"-787"-16,0 0-13 0,-45 49 113 15,32-32 123-15,0-2-219 16,0 1-55-16,3-1-61 0,1-3-15 16,2-2-61-16,4-1-122 0,0-5-6 15,3-2-124-15,0 2-331 16,0-4 81-16,0 0-207 0,3-4-530 16</inkml:trace>
  <inkml:trace contextRef="#ctx0" brushRef="#br0" timeOffset="-106788.81">29986 12803 1631 0,'0'0'633'15,"26"41"-332"-15,-10-20-37 0,-6-2 12 16,3-6-71-16,0-2-56 0,0 1-6 16,0-4-16-16,3-4-55 15,0-2-28-15,-3-2 107 0,3-1-34 16,0-2-18-16,-6-4 57 0,3 0-91 15,-4-4-50-15,-2-3 87 16,-1-3-102-16,-3 0-111 0,-3-3 80 16,0-3-90-16,-6 0-271 0,-7-6 175 15,3 4-282-15,-3 2-1036 0,4 5 71 16</inkml:trace>
  <inkml:trace contextRef="#ctx0" brushRef="#br0" timeOffset="-106175.87">30942 12775 1668 0,'0'0'332'16,"0"0"-274"-16,0 0 130 0,0 0-39 0,0 0 29 15,-22 43 102-15,15-22-81 0,1 3-4 16,6-3 31-16,0-1-77 0,3-3-48 15,3-1-76-15,4-1 51 16,6-4-60-16,0-3 6 0,7-2 38 16,0-6-42-16,2-1 4 0,1-8 47 15,0-2-69-15,-3-1 39 16,-7-3-30-16,-3-1-9 0,-7 0-29 16,1-3 29-16,-7 2 0 0,-7-4-55 0,-2-1 55 15,-4 2 0-15,-10 1-132 16,0-2 94-16,-6 3-37 0,0 3-87 15,0 5 121-15,7 4-57 0,9 4-77 16,3 2 133-16,4 0-47 0,2 4-419 16,1 0-143-16,3 0-31 0,0 2-427 15</inkml:trace>
  <inkml:trace contextRef="#ctx0" brushRef="#br0" timeOffset="-105774">31243 12917 1691 0,'0'0'542'0,"0"0"-403"16,3 37 33-16,-3-30 18 0,-3-3-100 15,3-3-39-15,-4 4-41 0,1-2-8 16,0-1-1-16,-4-2 59 16,4-2 46-16,-3-7-39 0,-1-3-16 15,4-3 42-15,-3-4-7 0,2-2 51 16,1-3 2-16,3-2-132 0,0-5-7 15,3 0-32-15,10 6-79 0,7 0-57 16,2 4 152-16,1 3 13 0,3 6 3 16,3 5 102-16,-3 2 105 0,-4 4-53 15,1 1-3-15,-4 6-44 0,-6-1-43 16,-3 3 76-16,0 3-84 0,-10-1-40 16,0 3 74-16,0 0-84 15,-7-1 37-15,-3 2 16 0,1-1-59 16,-7-2 56-16,-4-1-47 0,4-1-9 15,-3-1-189-15,-4-4 143 16,7 2-73-16,0-6-217 0,3 0 179 16,0-2-100-16,6-4-440 0,1-3 164 15,3 1-503-15</inkml:trace>
  <inkml:trace contextRef="#ctx0" brushRef="#br0" timeOffset="-105532.49">31504 12654 1622 0,'0'0'659'16,"0"0"-333"-16,33 35 18 0,-27-18 85 16,-3 3-169-16,0 2-52 0,-3 1-35 15,4 1-19-15,-4-2-104 0,0-1-28 16,-4 0 40-16,1-5-62 0,0 2 15 16,-3-3-16-16,2-2 1 15,1-1-168-15,0-1 156 0,0-2-66 16,3-2-143-16,0-3 221 0,3 1-35 15,3 3-31-15,10 1 66 16,1-4 0-16,5 0-123 0,-6-5-10 16,0 0-160-16,-3-4-376 0,-3 0 151 15,-3 0-488-15</inkml:trace>
  <inkml:trace contextRef="#ctx0" brushRef="#br0" timeOffset="-105104">31556 12746 1216 0,'0'0'686'0,"0"0"-61"0,-32-33-289 16,28 24-105-16,1 1 110 0,3 4-97 15,0 1-36-15,0-3 6 0,7 0-61 16,2-3-153-16,7-2 19 0,1 2-21 16,5 2 2-16,1 4-19 15,-1 1 19-15,4 2 3 0,-3 4 31 16,3 3 25-16,-10 0-59 0,0-2 47 15,-10 4-32-15,1-4-15 0,-4 3-6 16,0 1 6-16,-3 3 0 0,-3 0 28 16,-10-1 9-16,0 0-37 0,-3-2 46 15,0-2-30-15,-3 1-16 0,2-3-136 16,1 0 136-16,3-2-93 0,0-1-261 16,7 0 171-16,0-2-146 15,2 0-650-15,4 0-96 0,0-3-116 0</inkml:trace>
  <inkml:trace contextRef="#ctx0" brushRef="#br0" timeOffset="-104855.97">31818 12641 1441 0,'0'0'653'0,"0"0"-307"0,0 0-23 15,0 0-66-15,0 0-24 0,9 49-48 16,-9-28-23-16,-3 0-42 0,3 0-47 15,-3 2 34-15,3-1-76 0,0 1 3 16,0-3-2-16,0-1-32 0,3-5 25 16,3 1-25-16,-2-2 0 0,2-2 3 15,4-2-3-15,-1 0 0 0,-2-6-114 16,3 2 98-16,-7-3-91 16,3-2-199-16,1 0 115 0,-4 0-142 15,7-4-458-15,-1-4 314 0,1-5-34 16,-3-1-668-16</inkml:trace>
  <inkml:trace contextRef="#ctx0" brushRef="#br0" timeOffset="-104612.33">32031 12719 1786 0,'0'0'697'0,"0"0"-223"15,0 0-253-15,0 0-62 0,13 49-19 16,-13-31-26-16,-4 3-95 0,4-1 19 15,-3-4-25-15,0 4-13 0,3-6 0 16,3 3 0-16,0-3 0 0,4-2-1 16,3-2 1-16,-1-1 0 0,4-3-25 15,0 0-10-15,3-4 35 0,0-2-200 16,-3-1 104-16,3-6-25 16,-3 1-187-16,0-3 12 0,-6-1-280 15,-1 1-1056-15</inkml:trace>
  <inkml:trace contextRef="#ctx0" brushRef="#br0" timeOffset="-104444.23">32066 12819 2926 0,'0'0'326'16,"0"0"-249"-16,0 0 66 16,0 0 199-16,0 0-56 0,45 8-96 15,-28-8-75-15,-5 0-115 0,1 0-89 16,0-2 88-16,-6-2-135 0,-1 0-440 15,-3-2 99-15,1 1-209 0,-4 1-1141 16</inkml:trace>
  <inkml:trace contextRef="#ctx0" brushRef="#br0" timeOffset="-104320.53">32105 12675 2231 0,'0'0'633'0,"0"0"-463"0,0 0-33 16,45-10-47-16,-25 6-52 0,2 1-38 15,-2 0-117-15,-1 0-56 16,-3 1-142-16,-3 1-907 0,-3 1-48 16</inkml:trace>
  <inkml:trace contextRef="#ctx0" brushRef="#br0" timeOffset="-103910.18">32299 12702 1896 0,'0'0'515'0,"6"38"-224"0,-3-16 165 15,1-1-163-15,-1 0-103 0,0 0-54 16,4-4-23-16,-1-2-113 0,4 0-28 15,-4-2 12-15,1-4-28 0,2-1-180 16,1-2 195-16,-3-5 10 0,2-1 19 16,-6 0 67-16,1-1-13 0,2-2-48 15,1-4 73-15,-4-2-51 0,0-2-9 16,3-4 22-16,-2-7-41 16,-1-3-81-16,-3-4-1 0,0 3-168 15,3 2-468-15,0 5 207 0,1 5 109 16,5 6 220-16,-2 4 182 0,-1 3 133 15,1 1 166-15,-1 0-53 16,-3 1 26-16,4 3 69 0,-1 6-145 16,1 3-11-16,-4 4 51 0,-3 0-56 15,0 2-57-15,0 1-85 0,-3-3 38 16,0 3-76-16,-1-2 22 16,1 0-22-16,3 1 0 0,0-4 12 15,0 3-12-15,0-5 0 0,10-2 19 16,-4 1 34-16,7-4 17 0,0-3-32 15,3 0 92-15,0-4-123 0,1-1 52 16,2-6-118-16,-3-3 59 0,0-1-439 16,-6 0 195-16,0-4-179 0,-7 1-783 15,0 1 454-15,-6 1 283 0,0 1-189 16</inkml:trace>
  <inkml:trace contextRef="#ctx0" brushRef="#br0" timeOffset="-103750.95">32573 12807 990 0,'0'0'984'0,"0"0"-240"0,0 0-417 0,0 0-20 0,0 0 108 0,0 0-112 16,0 0-113-16,0 0-137 0,42 31 46 16,-22-29-99-16,-4-1-77 0,0-1 5 15,-6 0-229-15,-1-1-516 0,-5 0 380 16,-4 0-155-16,3-1-1114 16</inkml:trace>
  <inkml:trace contextRef="#ctx0" brushRef="#br0" timeOffset="-103634.67">32589 12695 1990 0,'0'0'647'0,"0"0"-206"16,0 0-176-16,0 0 27 0,52-37-56 15,-33 33-145-15,1-2-91 0,-1 3-188 16,1-1 87-16,-1 1-83 16,-3 0-591-16,0 1-47 0,-6 0-370 15</inkml:trace>
  <inkml:trace contextRef="#ctx0" brushRef="#br0" timeOffset="-102872.39">27903 13578 924 0,'0'0'1112'0,"0"0"-943"15,0 0 87-15,0 0 98 0,32 33 69 16,-19-12-123-16,-6 1-107 0,-1-1-105 16,0-1-3-16,1 1-85 0,-7-2-3 15,3-3-26-15,-3-2 29 16,0-2-249-16,0-6 106 0,-3-1-54 16,0-4-348-16,-4-1 122 0,-2-7-210 15,2-3-556-15</inkml:trace>
  <inkml:trace contextRef="#ctx0" brushRef="#br0" timeOffset="-102587.66">27926 13536 939 0,'0'0'381'16,"25"-37"127"-16,-12 24 149 15,0 5-347-15,0 6 1 0,0 2-154 16,0 0-100-16,0 3-28 0,0 6 19 16,0 2 38-16,-7 0-86 0,4 4 25 15,-7 0-25-15,0 0 0 0,-3-1-56 16,0-1 37-16,0 2-38 0,-3-2-45 15,0 0 89-15,0-4 6 0,-4-4-50 16,4 5 44-16,-4-6 10 0,1 3-80 16,0 0 60-16,-1-1-15 0,4 2-13 15,-4 2 50-15,7 0 1 16,0 3 0-16,7 2 115 0,-1-1 35 16,7 1 0-16,0-3-51 0,3-3-36 15,4-2-60-15,-1 0 51 0,0-2-54 16,1 0-111-16,6-3 25 15,-7-2-111-15,0-6-436 0,-2 4-696 16</inkml:trace>
  <inkml:trace contextRef="#ctx0" brushRef="#br0" timeOffset="-102274.72">28355 13788 2006 0,'0'0'492'0,"0"0"27"15,0 0-334-15,0 0-95 0,0 0-23 16,0 0 50-16,0 0-18 0,0 0-96 15,0 0-3-15,0 0-69 0,-6-49-58 16,2 28 127-16,4 3 0 0,-3 0 16 16,3-3 6-16,-3-2-22 0,3 1 6 15,3-2-18-15,7 3 12 16,0 5-112-16,6 3 100 0,-3 3 12 16,0 3 2-16,-1 3 84 0,1 4-35 15,-3 8-36-15,3 3 179 0,-3 5-52 16,-1 4 12-16,1 4 23 0,-3 1-65 15,-1 3-106-15,-3 0 69 0,0-4-75 16,4 4-75-16,-4-3 63 16,4-2-70-16,-7 0-283 0,3-4 173 15,-3-2-53-15,0-5-415 16,0-3 178-16,-3-6-148 0,-1-3-514 0</inkml:trace>
  <inkml:trace contextRef="#ctx0" brushRef="#br0" timeOffset="-102116.08">28326 13684 7 0,'0'0'2502'16,"0"0"-2371"-16,0 0-131 0,0 0-35 15,32-3 35-15,-9 4 0 16,0 0 2-16,-1 2-15 0,-2-3-9 16,-8 0-1180-16</inkml:trace>
  <inkml:trace contextRef="#ctx0" brushRef="#br0" timeOffset="-101946.97">28730 13634 684 0,'0'0'1212'0,"0"0"-885"16,22 45 58-16,-18-29-108 0,-1 3 66 15,0-2-206-15,0 0-137 0,4-3-51 16,-4 1-134-16,-3-7-188 0,0 0-568 15,3-6-66-15,-3-1 199 0</inkml:trace>
  <inkml:trace contextRef="#ctx0" brushRef="#br0" timeOffset="-101591.23">28542 13489 2005 0,'0'0'408'0,"0"0"-395"0,36-20 97 16,-13 15-84-16,2 4-16 0,4 1 15 16,-3 0-21-16,3 4 50 0,4 2 33 15,-8 0 10-15,-2 3-26 0,3 3 6 16,-10 1 3-16,-3 3 51 16,3 0 3-16,-6 2-26 0,-4 0 7 15,1 3 14-15,-4 0-40 0,0-1-52 16,-3-2 48-16,0 2-85 0,0-2 32 15,3-2-32-15,-3-2 0 0,4 0-45 16,2-3 44-16,1-2 1 0,6 1-60 16,-4-4 60-16,4-1 0 0,3-1 16 15,0-2 53-15,4-2-22 16,-4-2-41-16,3-2 57 0,-3-3-63 16,1 1-13-16,-4-4-24 0,-1 3 37 15,-2 1-255-15,-7 1 157 16,1 1-67-16,-1-3-314 0,-3 0 161 0,-3-3-116 15,-1 0-830-15</inkml:trace>
  <inkml:trace contextRef="#ctx0" brushRef="#br0" timeOffset="-101422.6">28904 13628 1023 0,'0'0'1539'16,"0"0"-1304"-16,0 0-13 0,0 0-30 15,32 5-1-15,-9-5-20 0,-4 0-44 16,4-1-48-16,-7-4-79 0,-3 2-32 15,-3-1 14-15,-7-2-30 0,0 3-384 16,0 0-116-16,-3-3-223 0,0 2-906 16</inkml:trace>
  <inkml:trace contextRef="#ctx0" brushRef="#br0" timeOffset="-101285.64">28885 13469 1536 0,'0'0'465'16,"0"0"-83"-16,0 0-14 0,0 0-320 15,0 0-19-15,0 0 36 0,48-27 28 16,-22 23-74-16,-3-1-3 0,-4 4-10 16,4-2-6-16,2 2-57 0,-5 1-255 15,-1-1-1268-15</inkml:trace>
  <inkml:trace contextRef="#ctx0" brushRef="#br0" timeOffset="-100948.78">29240 13560 2191 0,'0'0'688'15,"0"0"-599"-15,39 3 24 0,-17-3 69 16,11 0-80-16,-7-4-73 0,6 2-10 15,0-1-1-15,-3-1-18 0,4 0-185 16,-4 1-270-16,-10 1-754 0</inkml:trace>
  <inkml:trace contextRef="#ctx0" brushRef="#br0" timeOffset="-100505.08">29744 13472 1115 0,'0'0'257'0,"0"0"-185"0,0 0 445 16,0 0-281-16,0 0 33 0,0 0 176 16,32 35-192-16,-32-14-90 0,0 3-46 15,0 3-12-15,-3-1-22 16,-3 2-8-16,2-2 39 0,-2-1-79 16,6 0-4-16,0-6 10 0,0-2-41 15,10-5 12-15,-1-1-12 0,1-4 0 16,9 0 7-16,1-3-7 0,-1 0 6 15,4-3 19-15,2 0 31 16,-5-1-56-16,2 0 0 0,1 0 0 16,-7 0 0-16,0-3-116 0,4-1 94 15,-11 1-88-15,1 1-381 16,3-4 104-16,-10 2-68 0,7-5-613 0,-4 0 345 16,-6 1 61-16</inkml:trace>
  <inkml:trace contextRef="#ctx0" brushRef="#br0" timeOffset="-100321.62">30048 13500 2089 0,'0'0'276'0,"0"0"-134"16,0 0 209-16,0 0-21 0,35 26-65 16,-25-7 33-16,-1 3-119 0,-5 0-69 15,2-1-84-15,1 1 67 16,-7-5-93-16,3 2-96 0,0-1 54 0,-3-3-112 15,3 0-563-15,-3-5 129 16,0-4-403-16</inkml:trace>
  <inkml:trace contextRef="#ctx0" brushRef="#br0" timeOffset="-100135.41">30319 13560 1190 0,'0'0'1212'0,"0"0"-465"16,19 54-377-16,-19-31-67 0,3-1 21 16,-3 0-85-16,0-3-201 0,4-3-26 15,-1-1-24-15,-3-1-91 16,0-4-313-16,0-4 164 0,-3 1-171 16,3-4-588-16,0-1-192 0</inkml:trace>
  <inkml:trace contextRef="#ctx0" brushRef="#br0" timeOffset="-99840.85">30303 13598 2303 0,'0'0'398'16,"38"-1"-125"-16,-15 2 98 16,3-1-193-16,-3 0-64 0,6-1-32 15,0-4 25-15,-4 1-60 0,1-4-43 16,-3 2 77-16,-7-1-81 0,0 2 28 15,0 0-28-15,-6 2 0 0,-7 0 19 16,4 2-19-16,-4 1 0 0,0 0 31 16,-3 1 52-16,7 6 35 0,-7 5 168 15,3 6 0-15,0 2-105 16,-3 0-151-16,0 0 86 0,0-4-116 16,3-1-160-16,1-1 159 0,-1-3-127 15,3 1-344-15,1-3 279 0,-1-3-108 16,1-2-547-16,-1-3 355 15,1-1-184-15,2 0-940 0</inkml:trace>
  <inkml:trace contextRef="#ctx0" brushRef="#br0" timeOffset="-99605.75">30819 13570 415 0,'0'0'1251'0,"0"0"-764"0,0 0 82 15,0 0-305-15,0 0-18 0,0 0 125 16,36-30-147-16,-30 31-64 0,-2 0 17 15,2 5 68-15,4 6-22 0,-4 5-45 16,4 4 33-16,-4-2-140 0,1 1-32 16,-1-2 22-16,-2-1-61 0,5 0-237 15,4-3 200-15,-6-1-101 16,6-2-300-16,0 1 248 0,-4-4-140 16,4-4-628-16,-3-1 198 0,-4-3-382 15</inkml:trace>
  <inkml:trace contextRef="#ctx0" brushRef="#br0" timeOffset="-99433.1">31165 13577 1141 0,'0'0'1210'0,"0"0"-486"16,0 0-331-16,0 0-140 0,0 0 166 0,0 0-99 16,16 43-138-16,-16-25-133 15,3 2 99-15,-3-6-148 0,4 4 43 16,-4-4-45-16,0 2 2 0,3-2-209 15,-3-1 172-15,0-4-93 0,0-3-224 16,0 1 197-16,0-5-228 0,0-1-661 16,0 0-165-16,0-2-140 0</inkml:trace>
  <inkml:trace contextRef="#ctx0" brushRef="#br0" timeOffset="-99029.71">31010 13480 248 0,'0'0'541'16,"0"0"117"-16,0 0-164 0,0 0-89 15,0 0 47-15,0 0-301 16,0 0-80-16,0 0-55 0,0 0 29 15,0 0-32-15,-6-7 3 0,6 7-29 16,-4 0 13-16,4 0-164 0,-3 0-132 16,3 0-101-16,-3 0-513 0,3 0 464 15,-3 0-40-15,22 7 88 0</inkml:trace>
  <inkml:trace contextRef="#ctx0" brushRef="#br0" timeOffset="-98287.24">31020 13454 2232 0,'0'0'123'0,"0"0"90"15,0 0 177-15,0 0-204 0,0 0-65 16,0 0-44-16,0 0-4 0,0 0-26 16,0 0-27-16,42-9 78 0,-23 7-19 15,4 0-28-15,3 0 53 0,-1 1-104 16,8-3 44-16,-4 3-41 15,0 1-3-15,0-1-136 0,-3 1 38 16,-4 0-184-16,-2-2-537 0,-1 2 113 16,-6 0-335-16</inkml:trace>
  <inkml:trace contextRef="#ctx0" brushRef="#br0" timeOffset="-98132.23">31436 13429 1805 0,'0'0'577'0,"0"0"-257"0,0 0 46 16,0 0-184-16,0 40-54 0,-3-13-4 15,0 2-10-15,0 2-41 0,3-5-58 16,-4 3 45-16,4-4-60 0,0-2-63 16,0-1 62-16,0-2-119 15,4-5-332-15,-1-3 44 0,-3-4-343 16,3-5-1218-16</inkml:trace>
  <inkml:trace contextRef="#ctx0" brushRef="#br0" timeOffset="-97947.28">31653 13546 1903 0,'0'0'1517'16,"0"0"-1304"-16,0 50-103 0,-7-33 54 15,1 3 90-15,-1-2-58 0,-2 0-149 16,2-3 0-16,-2-2-47 0,5-5-308 15,-2 2 150-15,-1-5-172 0,4-2-654 16,0-1-110-16,0-2 41 0</inkml:trace>
  <inkml:trace contextRef="#ctx0" brushRef="#br0" timeOffset="-97289.15">31614 13520 1372 0,'0'0'650'0,"0"0"-80"15,32 35 146-15,-19-15-386 16,0 2-135-16,0-6-94 0,0 3 15 16,0-3-116-16,3-5 14 15,0-1-15-15,0-1 1 0,-3-7-67 0,3-1 67 16,-3-1 15-16,0-6-2 16,0 0 82-16,-3-2-30 0,0 0-43 15,-4-3 118-15,0-3-25 0,1-1-63 16,-4-1 47-16,0-6-99 0,-3-6-206 15,0 0 153-15,0-5-130 0,0 1-364 16,-3 4 156-16,3 8-206 0,0 8-870 16,3 5 1200-16,1 6 205 0,2 1 62 15,1 0 121-15,-1 3 35 16,4 5 118-16,-1 6 67 0,1 4-26 16,-3 1 51-16,-4 0-175 0,0 1-62 15,-3 1 45-15,0 2-42 16,-3 2-90-16,0-1-23 0,3 1-19 15,0 0 13-15,3-4-13 0,3-2 57 16,4-1-28-16,0-6 9 0,3-1 23 16,3-6-26-16,0-3-3 0,3-2 60 15,1-2-79-15,2-4 9 0,-2-4 4 16,-1 0 8-16,4-2-5 16,-11-1 63-16,1-1-39 0,-3-1-31 15,-7 2 85-15,-3 1-34 0,0 3-54 16,-3 3 104-16,-7 1-14 0,-3 5 56 15,-3 0 30-15,-3 3-81 0,3 5-108 16,0 2 151-16,0 1-135 0,6-3 24 16,3-3 9-16,4-3-55 15,0 2-198-15,3 0 197 0,6-2-94 16,4 1-183-16,9-3 262 0,7-1-52 0,3-3-135 16,0-4 201-16,4 3-83 15,-1-1-95-15,4 3 180 0,-4 1 0 16,-3 2 16-16,0 0-9 15,-6 5 2-15,-4 3 32 0,-3 1-82 16,-6 2 41-16,-4 1-142 0,-3 0 111 16,1 0-106-16,-4 1-402 15,0 0 176-15,0-1-93 0,0 0-630 0,-4-3 457 16</inkml:trace>
  <inkml:trace contextRef="#ctx0" brushRef="#br0" timeOffset="-97129.47">32451 13807 196 0,'0'0'1345'0,"0"0"-559"0,38 10 89 15,-28-9-477-15,-7 1-64 0,4 1 33 16,-4 0-184-16,0 1-75 0,0 0-102 16,-3 1 132-16,0-1-138 0,0 2-61 15,-3-3-10-15,0 2-102 16,-4-1-377-16,1-2-1 0,3-1-640 16</inkml:trace>
  <inkml:trace contextRef="#ctx0" brushRef="#br0" timeOffset="-79480.45">28032 14877 401 0,'0'0'362'0,"0"0"-20"16,0 0 133-16,0 0-266 0,0 0-31 16,0 0 40-16,0 0-128 0,0 0-22 15,0 0 84-15,0 0-16 16,3-18-1-16,-3 15 77 0,0 1-52 15,0-2-13-15,-3 2 54 0,3-1-36 16,-3 1-49-16,0 2-46 0,-1-3 27 16,1 2-44-16,-3 1 27 15,2 0 9-15,-5 4-89 0,-1 2-126 16,-6 10 107-16,3 3 13 0,-3 5-82 16,6 3 87-16,1-1 1 0,2 5 0 15,1 2 32-15,6 1-7 0,-4-3-3 16,8-2 31-16,2-2-53 0,4-7 20 15,3-2-20-15,3-4 0 0,6-3-81 16,-2-3 53-16,6-7 28 0,-1-1-50 16,1-3 50-16,0-4 0 15,0-2-67-15,-7 0 48 0,-2-2 13 16,-5 0-29-16,-2 0 35 0,-7 1 0 16,1 1 25-16,-4-2 32 0,-4 1 9 15,1-1-63-15,-7 1 63 16,-2 1-66-16,2-1-16 0,-3 3 16 15,-3 1 0-15,6 1-23 0,-3 2 21 16,0 1 2-16,4 1-66 0,-1 1 66 16,0 0 0-16,0 0-70 15,1 1 51-15,2 0 19 0,1 1-104 16,3-2 104-16,-1 2 0 0,1-2-120 16,-3 0 91-16,6 0-95 0,-4 0-201 15,1 0 181-15,3 0-94 0,0 1-552 16,3 1 75-16,1-2 83 0</inkml:trace>
  <inkml:trace contextRef="#ctx0" brushRef="#br0" timeOffset="-78754.89">28226 15004 99 0,'0'0'261'16,"0"0"-66"-16,0 0 99 0,0 0 224 15,0 0-281-15,35 33-12 0,-28-20 148 16,-1 2-134-16,1-2-35 0,-4 2 11 15,0-7-57-15,-3 1-11 0,3-3 57 16,-3-2-45-16,4 3-48 0,-4-5-48 16,3 2 32-16,-3-2-45 15,0-1-47-15,0-1 88 0,0 0-22 16,0-1-11-16,0-3 101 0,0-5-81 16,3-8-57-16,-3-1-5 0,3-5-16 15,1 1-128-15,-1-1 110 16,3 1-20-16,1 0-175 0,2 3 212 15,4 2-37-15,-3 5-41 0,0 2 77 16,-1 7 2-16,1 2 0 0,-3 1 98 16,-4 1-26-16,3 7-54 15,1 2 109-15,2 5-31 0,-2 6-37 16,-1-1 72-16,1 0-128 0,-4-1 46 16,0-3-8-16,1 0-41 0,-1-3-19 15,0-2 19-15,-3-5 0 0,0-2-132 16,3-2 113-16,-3 1 16 0,3-2-109 15,-3-1 112-15,0 0 0 0,4-1 3 16,-1-6 16-16,0-5-19 0,-3-2-193 16,3-3 193-16,1 1-4 15,-4-2-142-15,3 1 144 0,0-1-40 16,0 0-131-16,4 2 148 0,-1 2-20 16,1 5-40-16,-1 4 69 0,-3 3 16 15,1 1 0-15,2 1 19 16,0 0 79-16,4 5 3 0,0 6 28 15,0 5-38-15,-1 3-22 0,-2 2 89 16,-1 0-115-16,1 0-12 0,-4-2 25 16,0-1-56-16,0-1-15 15,1-3-4-15,-4-1 19 0,3-1-241 16,0-4 134-16,0-2-122 0,0-1-475 16,-3-3 173-16,7 1-82 0,-7-2-969 15</inkml:trace>
  <inkml:trace contextRef="#ctx0" brushRef="#br0" timeOffset="-77917.14">28840 14946 1510 0,'0'0'406'0,"0"0"-75"0,0 0 154 0,0 0-238 15,0 0-74-15,0 0-16 0,0 0-20 16,0 0-33-16,0 0 1 0,0 0 56 16,6-1-120-16,-12 7-16 15,-7 5 19-15,-4 2-44 0,5 3 12 16,-5-3-12-16,8 2 0 0,-1 2 19 16,0 1 79-16,4 2-4 0,3 2-38 15,-1-2 78-15,1-2-134 0,3-4 43 16,0-4-46-16,0-2 3 0,3-3-118 15,-3-4 93-15,0 3 19 0,4-3-125 16,-1 0 109-16,0-1 22 0,0 0-95 16,-3-4 95-16,4-4 0 15,-4-3 19-15,0-5-16 0,0-1-3 16,0-1 47-16,0-1-24 0,0 1-23 16,0-1-16-16,0 1 16 15,0-1 0-15,3 0-82 0,3 2 80 16,4 0 2-16,0 4-60 0,-1 2 60 15,4-1 41-15,-3 4-16 0,3 1 86 16,0 2-68-16,0 3-24 0,-4-3 62 16,4 5-78-16,-3 0 44 15,-4 0-16-15,1 5-31 0,-1 0 25 16,1 4-25-16,3 7 0 0,-4 1 34 16,0 4 3-16,1 2-37 0,-4-3 37 15,-3 3-9-15,3 2-28 0,1-1 31 16,-4-3-31-16,3 2 0 0,0-5-161 15,-3-1 160-15,3-1-73 16,1-6-215-16,-1-1 151 0,-3-3-153 0,0-1-376 16,0-1 345-16,0-1 2 15,0 0-323-15,0-3 60 0,0 0-95 0</inkml:trace>
  <inkml:trace contextRef="#ctx0" brushRef="#br0" timeOffset="-77708.53">28791 15062 2292 0,'0'0'140'0,"0"0"11"0,0 0 203 16,0 0-88-16,39 6-49 0,-23-6-87 16,3 0-51-16,4-1-79 0,-7-2-72 15,0 0 43-15,0 1-85 0,1-2-404 16,-1-1-95-16,-3 2-141 0,-7-1-763 15</inkml:trace>
  <inkml:trace contextRef="#ctx0" brushRef="#br0" timeOffset="-77529.8">29069 14917 1233 0,'0'0'612'0,"0"0"42"0,0 0-376 15,0 0-28-15,0 0 44 0,0 0-128 16,0 0-24-16,0 0 60 0,19 39 57 15,-16-12-26-15,4 3-65 0,-4-4 11 16,0 0-102-16,-3-3-50 0,4-3 23 16,-1-1-50-16,0-6-301 15,0 2 189-15,1-5-93 0,-4-1-484 16,0-3 72-16,0-2-428 0</inkml:trace>
  <inkml:trace contextRef="#ctx0" brushRef="#br0" timeOffset="-77225.73">29224 14983 2192 0,'0'0'214'16,"0"0"44"-16,0 0 227 0,26 42-179 0,-20-30-49 16,4 0-53-16,-4 3-65 0,1-2-98 15,-1-1-16-15,-2-1 50 16,5 0-75-16,-2 0 28 0,-1-4-28 15,1-1 0-15,2-1 22 0,4 1-19 16,0-1-3-16,3 0 31 0,-3 0 62 16,3-5-12-16,-3 1-81 15,0-1 114-15,3 0-114 0,-6 0 40 16,0 0-68-16,-1-1 28 0,-2-2-263 16,-1 1 182-16,1-1-138 0,-1 1-502 15,-3 1 5-15,1-3-773 0</inkml:trace>
  <inkml:trace contextRef="#ctx0" brushRef="#br0" timeOffset="-76664.09">29715 15053 2276 0,'0'0'356'0,"0"0"87"0,0 0-181 0,0 0-61 0,0 0 17 16,0 0-92-16,0 0-126 15,0 0 3-15,0 0-3 0,35 7 0 0,-12-2-32 16,0 1 7-16,2-2-3 0,-2 3-257 16,3-5 142-16,3-1-131 15,-3-1-664-15,-7 0-276 0</inkml:trace>
  <inkml:trace contextRef="#ctx0" brushRef="#br0" timeOffset="-76088.92">30161 15003 1231 0,'0'0'1455'16,"3"35"-1311"-16,0-16 155 0,-3-4 219 16,3 1-228-16,4-4-98 0,-4-3-117 15,0 0 22-15,0-5-97 0,-3-1-25 16,4-1 25-16,-1 0 0 0,-3-2-155 15,3 0 124-15,-3-2-42 0,0-5-97 16,0-5 158-16,0-3-14 0,-6-3-24 16,-1-2 31-16,4 1 19 15,-7-1-161-15,4-2 123 0,6-2-54 16,-3 1-157-16,3 3 163 0,6 5 28 16,7 4-28-16,0 1 86 0,6 5 96 15,1 2 156-15,5 0-13 16,-2 3-12-16,0 3 69 0,-1 3-77 15,-2 5-105-15,-7-5-107 0,-4 2 107 16,1 0-114-16,-10-4 52 0,3 4-46 16,0 1-6-16,-6 4-164 15,-3-1 164-15,-7 1 0 0,-3-2-104 16,3-1 103-16,3-5 1 0,4-2-31 16,-1 0 31-16,4-3 0 0,0 1-59 15,-4 0 58-15,7-1 1 0,0 0-68 16,0 0 65-16,7 1 3 15,6 1 0-15,3 5 29 0,3-1 42 0,-3 3-27 16,0 1 92-16,-6 1-95 0,-3 0-4 16,-1 1 30-16,-3 0-54 15,-3 2 30-15,0 0 19 0,-3-2-62 16,-3 2 36-16,-4-3-36 0,0-4 0 16,-3 1-117-16,0-3 84 15,0-1-29-15,1-2-298 0,2-2 254 16,0 0-68-16,4-3-351 0,2-4 71 15,1-7-188-15,0 3-1115 0</inkml:trace>
  <inkml:trace contextRef="#ctx0" brushRef="#br0" timeOffset="-75597.09">30516 14966 378 0,'0'0'1835'0,"0"0"-1196"0,29 48-258 0,-23-32-152 0,-2-2 44 15,2 3-53-15,1-3-75 0,-4 0-92 16,0-2 38-16,0-3-91 16,0-2-41-16,-3-3 25 0,0-1 16 15,0 0-102-15,0-1 102 0,0-1 0 16,0-1-42-16,-3 0 17 0,3-3 25 16,-6-6-85-16,-1-4 85 0,1-6 0 15,-4-4-31-15,0-3 2 16,4-2 17-16,3 1-250 0,3 1 164 15,3 5-26-15,7 2-52 0,3 6 176 16,6 3 54-16,4 5 52 0,-1 2 69 16,1 3 14-16,-4 3 63 15,1 3-57-15,-4 3-74 0,-7 2-71 16,-2 1 96-16,3 2-78 0,-10-1-56 16,0 2 99-16,0-3-111 0,-7 4 9 15,1-3-52-15,-4 1 43 0,0-1-170 16,1-2 146-16,-1-2 20 0,3-3-104 15,4-1 107-15,-3-2 1 0,3 2-96 16,-1-1 96-16,-2 2 0 0,3-1 6 16,3 0-6-16,0 0 34 15,6 0-22-15,-3 0 94 0,7 2-81 16,3 1 18-16,3-1-12 0,0-1-31 16,0-3-197-16,-9 1 85 0,6-2-174 15,-7-1-620-15,4 1 142 16,-7-2-279-16</inkml:trace>
  <inkml:trace contextRef="#ctx0" brushRef="#br0" timeOffset="-75339.29">30858 14954 1186 0,'0'0'793'16,"0"0"-660"-16,3 44 39 0,1-27 228 15,2 1-110-15,1-2-76 0,2 2-32 16,1-3-102-16,0-4-80 0,3-3 22 16,3 0-12-16,0-6-1 15,0-2 1-15,0 0 104 0,-3-5 22 16,3-3-39-16,0-1-9 0,-6-3-88 16,-3 0 22-16,-1-1-56 0,-3-2-36 15,-3 1-182-15,0-4 223 16,-3 0-66-16,-7-1-326 0,4-1 26 15,-4 2-226-15,4 4-868 0</inkml:trace>
  <inkml:trace contextRef="#ctx0" brushRef="#br0" timeOffset="-74982.96">31039 14900 766 0,'0'0'108'0,"0"0"78"0,0 0 237 16,0 0-182-16,19 36-34 0,-15-19 118 15,-1 3-167-15,-3-1-70 0,3-2-27 16,-3 2-19-16,3-3-10 0,1 1 55 15,2-4 29-15,1-2-29 0,-4-1-55 16,6-5-3-16,1-1-26 0,0-3 23 16,3-1 111-16,0-4 4 15,0-2-46-15,0-5-15 0,3-1-23 16,0-1-41-16,-3-3 41 0,0 0-57 16,-4-2-118-16,-2 2 76 15,3 2-44-15,-7 3-25 0,0 4 85 16,0 2 7-16,0 5 19 0,-3 0 182 15,4 1 24-15,-4 7 113 0,0 7-15 16,0 4-18-16,0 1-104 0,-4 2 18 16,1-4-63-16,3 0-79 15,-3 0 89-15,3-3-147 0,0 2-98 16,0-6 71-16,3 1-13 0,0-5-316 16,1-1 236-16,-1-1-99 0,-3 3-430 15,6-3 265-15,-2 1-145 0,-1-4-682 16,0 0 127-16</inkml:trace>
  <inkml:trace contextRef="#ctx0" brushRef="#br0" timeOffset="-74745.4">31388 14982 2121 0,'0'0'498'0,"0"0"-205"0,16 39 56 0,-9-26-107 15,-1 0-27-15,0 1-67 0,1-1-26 16,3-1-115-16,3-2 30 16,-4-2-4-16,1 1-33 0,3-3 9 15,-3-2-9-15,-4 0 0 0,4-4-111 16,-4 0 42-16,1 0-91 0,-1-5-192 16,1 2 186-16,-1-3-167 0,-3-3-579 15,0-4 168-15,-3 4 85 0</inkml:trace>
  <inkml:trace contextRef="#ctx0" brushRef="#br0" timeOffset="-74620.03">31495 15010 1731 0,'0'0'629'0,"0"0"-225"15,0 0-61-15,0 0-176 0,0 0-72 16,0 0-95-16,35-19-22 0,-25 11-99 16,-1 0-251-16,-2 1-25 0,-4-1-244 15,0 0-1140-15</inkml:trace>
  <inkml:trace contextRef="#ctx0" brushRef="#br0" timeOffset="-74423.59">31430 14814 1570 0,'0'0'1359'16,"0"0"-1026"-16,39 0-94 0,-20-2 1 15,0-1-57-15,1-2-130 0,-1 1-37 16,-6 1-32-16,3-1-40 0,-3 2-285 15,-6-1 128-15,-1 2-103 0,-3-1-578 16,1 2 196-16,-1 0-25 0</inkml:trace>
  <inkml:trace contextRef="#ctx0" brushRef="#br0" timeOffset="-73973.07">31633 14785 277 0,'0'0'339'0,"0"0"-9"16,0 0 500-16,0 0-444 0,13 43-27 15,-13-20 175-15,0 3-195 16,0 0-76-16,0 1-20 0,0-1-45 15,0 1-70-15,0-1-69 0,0-1 53 16,0 0-112-16,4-8-28 16,-4 0 28-16,3-6 0 0,0-4-20 15,0-2 20-15,-3-4 0 0,3 1 6 16,1-2-6-16,-4-2 41 0,6-7-38 16,-3-6 111-16,4-8-114 0,-4-3 34 15,0-1-18-15,-3 1-16 0,0-2-43 16,-3 2 15-16,3 1 28 0,0 4 0 15,3 4 6-15,4 4 56 0,2 6-59 16,1 3 157-16,6 3-34 0,0 1 3 16,1 6 87-16,2 0-188 15,0 3 51-15,-2-2-58 0,-1 0-21 16,-3 0-18-16,-7 3 18 0,0 0 0 16,-2 1-88-16,-4 2 88 0,0-1 0 15,0 3-55-15,-7-2 15 16,-2-1 40-16,-1 3-198 0,-3-7 164 15,0 1 28-15,3-1-96 0,1-3 102 16,-1 1 0-16,4 0 31 16,-1 4-22-16,1 2-9 0,2 0 46 15,1 3-15-15,3-3-31 0,3 0 12 16,1-2-12-16,2-4 0 0,4 1-49 16,3 1 37-16,0 0 12 0,3-1-194 15,-3-1 126-15,-7-3-151 0,1 0-449 16,-4-2 220-16,0 0-336 0,0 0-1593 15</inkml:trace>
  <inkml:trace contextRef="#ctx0" brushRef="#br0" timeOffset="-72765.51">28155 15620 1511 0,'0'0'335'0,"0"0"-244"15,0 0 181-15,0 0-19 0,0 0 21 16,0 0-27-16,0 0-80 0,0 0 6 16,0 0 100-16,0 0-43 15,26 47-41-15,-23-18 46 0,0 5-15 16,-3 0-93-16,0-1-103 0,0-3 93 15,0-1-117-15,0-2-55 16,3-5 12-16,4-5 18 0,-7-5-334 16,6-3 244-16,-2-7-87 0,-1-2-517 15,0-2 64-15,0-10-25 0,0-6-410 16,1 0 372-16</inkml:trace>
  <inkml:trace contextRef="#ctx0" brushRef="#br0" timeOffset="-72713.63">28203 15767 189 0,'0'0'0'0,"-16"-50"-189"0</inkml:trace>
  <inkml:trace contextRef="#ctx0" brushRef="#br0" timeOffset="-72487.63">28165 15587 454 0,'0'0'1173'0,"0"0"-809"0,0 0-30 16,32 10 349-16,-13 0-335 0,7-1-106 15,-3-2-40-15,-4-1-42 0,0 2-135 16,4-5 22-16,-4 1-34 0,1-2-13 16,-1 0-113-16,-3-2 113 15,-3 0-57-15,-3-2-135 0,-4 0 191 16,1 1 1-16,-4-2 0 0,0 1 51 15,-3 1-23-15,4-1-15 0,-4 2 50 16,-4 0-63-16,-2 4 22 16,-1 7 37-16,-2 13-12 0,-1 4-9 15,4 5 107-15,2-2-80 0,1-4-43 16,3-3 30-16,0-4-52 0,0-3-168 16,3-3 115-16,1-3-114 0,-1-3-419 15,0-5 22-15,-3 1-122 0,3-3-918 16</inkml:trace>
  <inkml:trace contextRef="#ctx0" brushRef="#br0" timeOffset="-72229.38">28539 15655 2069 0,'0'0'243'0,"0"0"260"0,16 41-188 16,-9-24-66-16,-4 1 20 0,0 1-117 15,-3 0-54-15,3 0-77 16,1 2 70-16,-4 0-91 0,6-3 7 16,1-1-8-16,2-4 1 0,4-1-104 15,0-3 88-15,3-3 16 0,4 0-129 16,-4-6 127-16,0 0-92 0,0 0-371 16,-3-6 39-16,-3 1-123 0,-1 0-876 15</inkml:trace>
  <inkml:trace contextRef="#ctx0" brushRef="#br0" timeOffset="-72056.84">28601 15789 2196 0,'0'0'495'0,"35"3"-132"15,-16-3-107-15,-2-1-126 0,2-4-44 16,-3-2-86-16,-3 1-83 0,-3-1-50 15,-4 3-158-15,-3-2-635 0,1 2 106 16,-4-3-180-16</inkml:trace>
  <inkml:trace contextRef="#ctx0" brushRef="#br0" timeOffset="-71917.53">28571 15644 1600 0,'0'0'234'0,"0"0"-29"0,42 9 64 15,-19-5-221-15,0-1-36 0,-1 0-12 16,1-2-100-16,-4-1-251 16,-3 0-1107-16</inkml:trace>
  <inkml:trace contextRef="#ctx0" brushRef="#br0" timeOffset="-71640.59">28911 15642 2144 0,'0'0'386'0,"0"0"90"0,22 42 145 16,-15-24-252-16,-1 2-100 0,1 0-42 15,-1 1-48-15,-3-4-179 0,1-1-16 16,-4-3-18-16,0 0-15 16,0-3-323-16,0-3 241 0,0-3-143 15,0 1-416-15,-4-3 205 0,1 1-143 16,0-2-926-16</inkml:trace>
  <inkml:trace contextRef="#ctx0" brushRef="#br0" timeOffset="-71408.92">28911 15786 714 0,'0'0'329'16,"-7"-46"-329"-16,7 23-19 0,3 6 19 15,4 1 42-15,6 3 202 16,3 2 72-16,3 3-43 0,1 5 148 16,-1 3-84-16,4 3-61 0,-4 8 51 15,0 1-76-15,1 3-58 0,-4 2-16 16,-3 1 21-16,-3-2-54 0,-1 2-73 16,-2-1 81-16,-4 1-90 0,-3 0-40 15,0 0 74-15,-7-1-96 0,-2-2 46 16,-1 0-46-16,-3-3 0 0,-3 0-53 15,0-1 52-15,-4-2 1 16,-2-4-228-16,3-2 184 0,-4-3-146 16,4 0-424-16,-1-7 107 0,4 0-283 15,0-6-1455-15</inkml:trace>
  <inkml:trace contextRef="#ctx0" brushRef="#br0" timeOffset="-71008.81">29683 15714 981 0,'0'0'599'0,"0"0"-98"0,0 0-74 15,32 14-40-15,-19-2 67 0,0 5-187 16,0 2-31-16,-4 3 29 0,1 2-50 15,-4 2-67-15,1-2-89 16,-1-2 46-16,-2-1-105 0,-4-4-120 16,3-2 98-16,-3-2-117 0,0-4-287 15,0-3 193-15,0-2-132 0,-3-2-647 16,-4-2 337-16,1 0 17 0,-4-4-209 16</inkml:trace>
  <inkml:trace contextRef="#ctx0" brushRef="#br0" timeOffset="-70791.27">29747 15626 662 0,'0'0'1268'0,"55"-12"-759"0,-29 12 7 15,-3 0-18-15,-4 6-216 0,-3 3-68 16,-3 4-13-16,-3-1-23 0,-7 5-61 16,-3-3-52-16,0 3 99 15,-3 0-66-15,-10 1-86 0,0 2 102 16,-3-4-114-16,-7 0-40 0,0-2 13 15,-2-1 27-15,2-3-253 16,-3-2 188-16,7-1-99 0,3-5-356 16,3-2 179-16,6 0-218 0,1-2-1481 15</inkml:trace>
  <inkml:trace contextRef="#ctx0" brushRef="#br0" timeOffset="-70448.76">30109 15921 1232 0,'0'0'420'15,"0"0"25"-15,0 0-293 0,0 0-32 16,0 0 116-16,0 0-46 16,0 0 54-16,0 0 41 0,0 0-88 15,-32-30-55-15,28 12-107 0,4-2 34 16,0-7-69-16,0-3-57 0,7-1 54 15,3 0-17-15,-1 3-84 16,7 4 103-16,1 6 1 0,-1 8 0 16,0 4 120-16,0 3 6 0,-6 6 34 15,6 3 63-15,0 7-70 0,-3 3-70 16,0 6 84-16,-4 1-59 0,1 0-90 16,-3 1 127-16,-1-1-145 0,1 2 61 15,-7 1-61-15,3-3 0 0,0 0-232 16,-3-1 183-16,3-3-93 0,-3 1-275 15,0-4 197-15,0-5-127 16,-3-3-520-16,0-4 262 0,0-3-447 0</inkml:trace>
  <inkml:trace contextRef="#ctx0" brushRef="#br0" timeOffset="-70261.51">30054 15780 749 0,'0'0'2015'0,"0"0"-1604"16,42 1-90-16,-23-1-90 0,1 0-29 16,2 1-63-16,1-1-139 0,-4 0-133 15,4-1 7-15,-4 0-133 0,-3 1-669 16,1 0-108-16,-4 0-165 0</inkml:trace>
  <inkml:trace contextRef="#ctx0" brushRef="#br0" timeOffset="-69639.08">30429 15752 1620 0,'0'0'402'0,"0"0"7"16,0 0 196-16,0 0-267 0,-7-34-49 15,4 28-87-15,-3 0-80 0,-1 1-59 16,1 1-31-16,-1 2 103 0,-3-2-67 16,4 4-52-16,0 0 105 15,-4 4-87-15,3-1-3 0,4 2-13 16,0 1-18-16,3 3-199 0,0 4 197 15,13 2-37-15,3 2-67 0,3-5 106 16,7 0 0-16,-3-5-31 16,-1 3 31-16,4 0 0 0,-6 2 13 15,2 0-4-15,-6 0 0 0,-3 0 19 16,-3 1 44-16,-7 1-63 0,0-2 29 16,-3 1 18-16,-6-2-56 0,-4-1 37 15,1 0-74-15,-8-3 37 0,5-1-218 16,-5-2 190-16,8-3-45 0,-1-1-122 15,7 0 151-15,0-1-73 16,-4-5-232-16,4-5 158 0,0-6-69 16,3-5-343-16,9-1 275 0,4-3-32 15,3 2-288-15,7 0 351 0,3 2 56 16,3 2-46-16,-3 3 164 16,-4-1 123-16,1 6 547 0,-4 3 121 15,-2 0-44-15,-5 3 312 0,-5 1-567 16,-1 2-121-16,-6 1 32 0,4 1 3 15,-4 0-47-15,0 1-87 16,0 1 21-16,-10 5-170 0,-3 5-12 16,0 1 9-16,-3 3 3 0,3-3-68 15,7 2 68-15,-1-1 0 0,4 0-31 16,3 3 31-16,6-5 0 0,1 1-32 16,2-1 32-16,8-3 0 0,-1 2 31 15,0-1 18-15,0 0 7 0,0 1-53 16,-3-2 130-16,0 1-133 0,-10 1 43 15,4 0-12-15,-7 0-13 16,0 0 25-16,-4 2 31 0,-2-2-74 16,-7 0-121-16,0-2 119 0,0-2-85 15,0-1-275-15,0 0 234 0,1-4-70 16,2-1-371-16,3 0 182 16,1-2-180-16,6 1-911 0</inkml:trace>
  <inkml:trace contextRef="#ctx0" brushRef="#br0" timeOffset="-68919.33">30962 15758 2874 0,'0'0'534'0,"0"0"-223"0,-13 51-41 15,3-32-44-15,0 1-89 0,4-2-87 16,-1-1 58-16,4-2-108 0,0-5 47 15,3-2-13-15,0-3-34 16,3-2 15-16,4 0-15 0,-1-1 31 16,7-2 0-16,3-4 156 0,0-5-138 15,0-3-24-15,1-1 121 0,-8 0-106 16,4-3 18-16,-6-2 6 16,-1 1-64-16,-3-2-70 0,-3 0 30 15,0-1 22-15,-6 1-217 0,-4 0 213 16,0 1-9-16,1 6-208 0,-1 5 238 15,7 1-78-15,0 4-172 0,-1 2 204 16,1 0-87-16,3 2-260 16,-3 0 207-16,3 2-26 0,0-3-155 15,0 1 281-15,6 0 67 0,-2-1 20 16,5 1 62-16,1 1-24 0,0 1 10 16,3 8 29-16,3 6-19 0,-3 3 108 15,0 5-16-15,0-3-55 0,-1 2-28 16,-5 1 47-16,6-2-51 0,-3-3-57 15,-1-2 51-15,1-7-57 16,-4-3 16-16,-2-6 37 0,2-1-53 16,-3 0 10-16,1-2-39 0,2 0 14 15,-3-1-190-15,0-6 106 0,-3-6-47 16,0-6-169-16,0-3 197 16,-3-1 79-16,0 0 39 0,0 0 3 15,3-1 39-15,0 1 83 0,0 1-26 16,6 7-22-16,7 6 73 0,3 1 62 15,0 6 9-15,4 1 59 0,-1 1-31 16,1 0-82-16,-8 4-145 16,1 3 89-16,-3-3-111 0,-3 0 0 15,-1 1-16-15,-6 0 16 0,0 5-203 16,0 1 187-16,-10 2-24 0,1 3-128 16,-1-4 156-16,0 0 12 0,1-1-35 15,-1 1 35-15,3 1 0 0,4-1 22 16,3 3 37-16,3-3-59 0,4-1 53 15,3 1-25-15,-1-3-28 16,4-3-74-16,-3-3 58 0,0 1-62 16,-1-3-309-16,1-1 157 0,0-1-155 15,-1-5-465-15,4 3-470 0</inkml:trace>
  <inkml:trace contextRef="#ctx0" brushRef="#br0" timeOffset="-68481.8">31440 15757 333 0,'0'0'1955'0,"0"0"-1335"16,0 0-358-16,0 0-45 0,22 34 217 15,-15-14-126-15,-1 4-124 0,-3-2-175 16,4-4 48-16,-4-2-57 0,0-3-189 16,4 0 117-16,-7-4-152 0,3-2-448 15,-3-4 281-15,0-1-50 0,0-1-94 16,-3-1 323-16,0 0 17 0,-1-6-313 15,-2-3 286-15,6-3 222 16,-3-5 390-16,3 1-145 0,0-4-40 16,3-1 48-16,3-3-129 0,1 1-53 15,-1-2-71-15,4 6-11 0,3 3 11 16,3 7 137-16,0 4 222 16,0 5 34-16,-3 0 138 0,3 8-170 15,-3 2-68-15,-3 3 0 0,0 3-3 16,-4 1-154-16,1 1-121 0,-1 3 117 15,-3-2-108-15,0 2 28 16,-3 0-3-16,0-1-49 0,-3 1 22 16,0-3-22-16,-3 0 0 0,-1-2 39 15,1-1-8-15,-1-2-31 0,-6-4-116 16,0-2 113-16,4-1-132 0,-11-3-296 16,4 0 186-16,-6-3-242 0,-1 0-1039 15,4-3 57-15,-4-1 729 0</inkml:trace>
  <inkml:trace contextRef="#ctx0" brushRef="#br0" timeOffset="-67816.38">28087 16405 1442 0,'-32'29'328'0,"6"-4"-182"16,0 7 120-16,10-1 142 0,3-2-144 16,6 5-46-16,7 0-87 0,4 0-83 15,2-1-48-15,4-4-45 0,6-5 45 16,3-4-22-16,4-4-173 0,6-5 25 15,0-2-50-15,0-6-109 16,0-2 40-16,-6-1-364 0</inkml:trace>
  <inkml:trace contextRef="#ctx0" brushRef="#br0" timeOffset="-67568.65">28391 16437 463 0,'0'0'1713'15,"0"0"-1164"-15,0 0-317 16,6 42 21-16,1-14 113 0,-1 6-148 16,0 0-96-16,-2-3-97 0,-1 1 63 15,-3-5-88-15,3-4-37 0,-3-2 24 16,0-4-81-16,3-3-355 15,-3-6 114-15,0-4-305 0,0-2-1075 16,-3-2 969-16</inkml:trace>
  <inkml:trace contextRef="#ctx0" brushRef="#br0" timeOffset="-67382.69">28355 16420 2375 0,'0'0'349'15,"52"-15"-82"-15,-23 10 50 16,0 2 3-16,0-1-140 0,-3 4-126 16,0 5-26-16,-4-1-56 0,-2 3-1 15,-4 0-344-15,-7 2 154 16,-2 3-143-16,-7-2-884 0,0-1-146 16</inkml:trace>
  <inkml:trace contextRef="#ctx0" brushRef="#br0" timeOffset="-67213.97">28391 16592 2169 0,'0'0'356'16,"45"-5"-133"-16,-19 0-59 0,0-2-122 16,-1 3-42-16,1 1-13 0,0 0-167 15,0 1-111-15,-4 2-159 0,-2 0-806 16,-4 4 601-16</inkml:trace>
  <inkml:trace contextRef="#ctx0" brushRef="#br0" timeOffset="-63606.37">28804 16771 293 0,'0'0'522'0,"0"0"-43"0,0 0 84 16,0 0-563-16,0 0-52 15,0 0-81-15,-32-27 71 0,22 21 13 16,-6-3-68-16,3 2 110 0,3 3 7 16,1 2 33-16,2 1 25 0,4 1 7 15,-4-1 137-15,4-1-56 16,0 0 42-16,0 1 52 0,3-1-240 16,-3-1-10-16,3-3-655 0,0 3-307 15,-4-6 250-15</inkml:trace>
  <inkml:trace contextRef="#ctx0" brushRef="#br0" timeOffset="-63005.67">28743 16562 1612 0,'0'0'403'0,"0"0"102"0,0 0-147 16,0 0-83-16,0 0 30 0,0 0-102 16,0 0-55-16,-4-36-91 0,4 32 53 15,0-2-47-15,0 3-40 0,0 0 83 16,0 0-106-16,4 1 43 0,-4 1-43 15,0 1 0-15,0 0-31 16,0 0 31-16,0 0 0 0,0 0-48 16,0 0 48-16,0 0 0 0,0 0 22 15,0 0 34-15,0 0-56 0,0 0 38 16,0 0 2-16,0 0-40 0,0 0 44 16,0-1-13-16,0 0-31 0,0-1-25 15,0-2 24-15,0 2 1 0,0 1-97 16,0 0 85-16,0 1 12 15,0 0-118-15,3 0 99 0,-3 1 19 16,0 3-16-16,0 4 16 0,6 4 3 16,-2 8 29-16,-1 3 30 0,0 1-62 15,0-2 50-15,4-1-28 16,-4 1-22-16,3-5 3 0,4 1-3 16,0-4 0-16,-1-1-35 0,4-3 34 15,-3 0 1-15,3 0-46 0,0-5 46 16,0 1 0-16,-3-4-12 15,-1 0 12-15,-2-1 0 0,-1-1 34 0,-3 0-6 16,1 0-28-16,-1-2-3 16,3-1-22-16,-2 1 25 0,2-4-118 15,-3 1 102-15,0-4-29 0,-3 2-219 16,0 2 122-16,0-2-118 0,0 3-394 16,0-3 204-16,-3 3-88 0,0 3-599 15</inkml:trace>
  <inkml:trace contextRef="#ctx0" brushRef="#br0" timeOffset="-62799.69">28849 16655 765 0,'0'0'970'0,"0"0"-473"0,0 0-93 15,0 0 75-15,0 0-262 16,0 0-125-16,0 0-73 0,0 0 61 16,0 0-11-16,0 0 23 0,23-20 28 15,-13 16-120-15,-1 1 3 0,-2 0-22 16,2 0 19-16,-5-1-154 0,2 2 103 15,-3-1-73-15,1-4-233 0,-4 4 42 16,0-3-409-16,-4 2-1123 16</inkml:trace>
  <inkml:trace contextRef="#ctx0" brushRef="#br0" timeOffset="-62659.89">28807 16523 186 0,'0'0'1732'0,"0"0"-836"15,0 0-521-15,0 0-212 0,0 0-163 16,0 0-3-16,0 0-29 15,36-30-64-15,-17 22 95 0,1 2-21 16,-1-1-100-16,0 3 20 0,-3-2-262 16,4 2-569-16,-7 0 210 0,0 0-82 0</inkml:trace>
  <inkml:trace contextRef="#ctx0" brushRef="#br0" timeOffset="-62164.23">29053 16448 917 0,'0'0'521'0,"0"0"482"0,0 0-606 16,0 0-44-16,0 0-35 15,0 0-166-15,3 34-54 0,-3-15-51 16,-3 2 35-16,3-2-82 0,0 1 35 16,-4 1-32-16,4-1-3 0,0 0 2 15,0-3-2-15,4 2 0 0,2-7 19 16,4 2-4-16,0-3 14 0,-1-1-11 16,4-5 49-16,0 3-67 0,3-4 38 15,-3-1-36-15,0-3-2 0,0 0-158 16,0-4 127-16,-3-1-92 15,-1-4-152-15,1 0 151 0,0 0-45 16,-4 0-296-16,-3-4 78 0,1 0-44 16,-4-3-297-16,0 3 421 0,0-4 27 15,0 2 3-15,-4-2 277 16,1 1 6-16,3 1 275 0,-3 1 90 16,0 3-42-16,3 4 318 0,0 4-310 15,0-2-75-15,3 2 156 0,-3 1-162 16,3-2-30-16,-3 2 43 0,3 1-90 15,-3 1-94-15,4 0-72 16,-1 1 22-16,0 2-34 0,-3 5 2 16,7 3 144-16,-4 9-82 0,0 0-37 15,0 0 31-15,-3 0-59 0,7 0 25 16,-4-3-25-16,3 2 0 0,4-4 9 16,-3 2-9-16,2-5 0 0,4 1 0 15,-3-3 0-15,3-1 0 0,-4-3-37 16,4-2 15-16,0-3 22 15,0-1-186-15,0-2 183 0,0-6-101 16,-3 0-331-16,3-2 83 0,-7-2-229 16,4 4-1206-16</inkml:trace>
  <inkml:trace contextRef="#ctx0" brushRef="#br0" timeOffset="-61617.72">29389 16610 230 0,'0'0'327'0,"0"0"-135"0,0 0 62 0,0 0 316 16,0 0-239-16,0 0-74 0,0 0 73 15,0 0-153-15,0 0-29 0,0 0-70 16,6-6-62-16,1 3 6 15,-1-1 135-15,10 1 3 0,0 1-32 16,0 2-8-16,4-1 32 0,-4 1-22 16,0 0-55-16,0 0 17 0,-3 0-92 15,0 0-22-15,-3 0 0 16,-7 0-35-16,4 0-310 0,-7 0 151 16,3 0-133-16,-3-1-985 0,0-1-186 15</inkml:trace>
  <inkml:trace contextRef="#ctx0" brushRef="#br0" timeOffset="-61238.77">29424 16460 411 0,'0'0'1383'0,"0"0"-1127"0,0 0 0 0,0 0 238 0,0 0-192 16,0 0-62-16,0 0 1 16,0 0-29-16,0 0-96 0,0 0-100 15,20-16 75-15,-8 11-91 0,8 1-25 16,-4 3 6-16,-3 1 19 0,0 1-186 16,-3 6 44-16,2 1-134 0,-5 3-455 15,-4 2 188-15,0 3-159 0,-3-5-692 16</inkml:trace>
  <inkml:trace contextRef="#ctx0" brushRef="#br0" timeOffset="-60974.91">29421 16754 2092 0,'0'0'813'16,"0"0"-543"-16,0 0-22 0,0 0 179 16,0 0-222-16,0 0-123 0,0 0-76 15,39-4 84-15,-23 0-90 0,0 1-12 16,0 1-26-16,4-1 35 0,-4-2-286 16,0 1 110-16,3 0-116 0,1-2-891 15,-8 2-636-15</inkml:trace>
  <inkml:trace contextRef="#ctx0" brushRef="#br0" timeOffset="-60525.64">29851 16455 1230 0,'0'0'1031'0,"0"0"-888"0,0 0 92 16,0 0-64-16,0 0-14 0,0 0-112 16,-39-7-45-16,29 15-13 0,0 6-83 15,4 1 74-15,-4 2 2 0,7 0-44 16,3-3 62-16,3-1-24 15,7 1-26-15,-4-2 52 0,7 1 54 16,3 0 88-16,4-1-30 0,-1-2-44 16,1 2 53-16,2-1 61 0,-2-1-58 15,-1 3-52-15,-3 1 36 0,-3-3-26 16,0 3 22-16,-7-3 37 16,1 0-52-16,-4-1-58 0,-3-4 115 15,0 1-49-15,-6-4-42 0,-1 5 106 16,-6 0-118-16,-3 1-3 0,-3 1 16 15,-1-1-56-15,1-6-105 16,3-1 103-16,3-1-131 0,3-1-280 16,1 0 205-16,5 0-184 0,1-4-909 15,-3 2-194-15</inkml:trace>
  <inkml:trace contextRef="#ctx0" brushRef="#br0" timeOffset="-59945.55">30193 16435 2228 0,'0'0'174'0,"0"0"4"0,0 0 93 15,0 0-34-15,0 0-19 0,0 0 17 16,0 0-67-16,48 24-24 0,-19-1 16 16,-3 9 70-16,-6 1-66 0,-1 6-65 15,-6 0 40-15,-3-4-139 0,-4 0 43 16,-3-5-55-16,1-3 12 15,-4-1-229-15,0-2 180 0,-7 0-150 16,1-3-472-16,-7 0 97 0,6-7-547 16</inkml:trace>
  <inkml:trace contextRef="#ctx0" brushRef="#br0" timeOffset="-58044.58">32002 14916 1361 0,'0'0'417'16,"0"0"-158"-16,0 0 40 0,0 0 178 15,0 0-140-15,0 0-79 0,0 0-32 16,0 0-84-16,0 0-64 0,0 0-65 16,0 0 69-16,29-10-82 0,-26 12 37 15,-3 2-21-15,6 0-16 0,-2 2-3 16,-4 7 3-16,6 4 0 0,1 5-10 15,-4 6 10-15,0-3 0 0,-3 0 19 16,0-2-9-16,0 0-10 16,0-4 0-16,-3-1 98 0,3-3-98 15,3-3 3-15,0-2-16 0,4-4 13 16,-1 0-53-16,1-3 53 16,-1 2 0-16,7-1-4 0,-3-1 4 15,3-3 0-15,-4-1-41 0,4-2 38 16,3-2-110-16,-3 0-142 0,-3 1 185 15,-7 2-31-15,4-1-388 16,-4-1 48-16,0 0-200 0,0 0-580 16,-3 1 547-16</inkml:trace>
  <inkml:trace contextRef="#ctx0" brushRef="#br0" timeOffset="-57854.31">32089 15036 1355 0,'0'0'462'0,"0"0"-83"16,0 0 322-16,0 0-288 0,45 6-124 15,-26-6-59-15,-2 0-113 0,-1 0-117 16,-3 0 43-16,-4 0-43 16,-2-1 0-16,2-1-100 0,-2 1 62 15,-4 0-94-15,4 0-357 0,-7-1 127 16,3 1-132-16,0 0-890 0</inkml:trace>
  <inkml:trace contextRef="#ctx0" brushRef="#br0" timeOffset="-57660.62">32105 14849 52 0,'0'0'1950'0,"0"0"-1623"16,0 0-201-16,0 0 16 0,0 0 97 15,55-17-114-15,-29 12-58 0,3 1-67 16,-7 3-19-16,1-1-90 16,0-1-387-16,-10 1-208 0,-1-1-410 0</inkml:trace>
  <inkml:trace contextRef="#ctx0" brushRef="#br0" timeOffset="-51033.38">26756 15104 133 0,'0'0'35'16,"0"0"1910"-16,0 0-1657 0,0 0-87 16,0 0 66-16,0 0-62 0,0 0-35 15,0 0 43-15,0 0 9 0,-6 1-64 16,6-1-11-16,0 0 26 16,0 0-48-16,0 0-82 0,0 0 72 15,3 0-115-15,-3 0 0 0,0 0-34 16,3 0 34-16,4 0-84 0,-1 3 84 15,7 0 0-15,3 2-28 0,4-3 13 16,-4 0 15-16,3 0-225 16,-3-1 143-16,4 0-123 0,-1-1-533 15,-3 0 23-15,-3 0-1004 0</inkml:trace>
  <inkml:trace contextRef="#ctx0" brushRef="#br0" timeOffset="-50247.94">27347 14928 902 0,'0'0'463'0,"0"0"-141"0,0 0 236 16,0 0-280-16,0 0-7 0,0 0 143 16,0 0-179-16,0 0-95 0,-6-38-58 15,9 32 22-15,0-1-44 0,1-4-44 16,2 3 85-16,1 0-32 0,-1 2-51 16,4 0 124-16,-4-1-49 0,4 3-49 15,-4 3 80-15,4 1-124 0,-4 1 47 16,4 8-47-16,0 5 33 0,-4 4-17 15,1 2 101-15,-4-1-108 16,-3-1 44-16,0 4 11 0,-7-1-64 16,1 2 52-16,-4-1-21 0,1 1-31 15,-4 0 22-15,-3 0-22 0,3-4 0 16,0 2-93-16,0-5 80 16,3-2 13-16,0-5-154 0,4-2 127 15,0-3 2-15,2-1-189 0,1-1 196 16,0-1 18-16,-4 0 0 0,7-1 46 15,0 0-46-15,0-3 13 0,7-1-16 16,3 0 3-16,6 0 0 16,3 1 31-16,4 3 77 0,2 0-99 15,-2 0 121-15,0 0-130 0,3 2 64 16,-4 2-58-16,1 1-6 0,-4 0-174 16,-3 2 162-16,0 0-115 0,-6 1-354 15,0 2 83-15,-7-5-295 0</inkml:trace>
  <inkml:trace contextRef="#ctx0" brushRef="#br0" timeOffset="-41180.67">30661 16659 922 0,'0'0'449'0,"0"0"81"0,0 0-205 16,0 0-219-16,0 0-15 0,39 0 103 15,-20 0-81-15,4 2-30 16,-4-1-38-16,7 0-25 0,0 0-20 15,0-1-13-15,0 0-113 0,-4 0-274 16,-6-1-1389-16</inkml:trace>
  <inkml:trace contextRef="#ctx0" brushRef="#br0" timeOffset="-40511.11">31391 16425 1419 0,'0'0'296'0,"0"0"38"0,0 0-139 16,0 0-62-16,-35 9 12 0,18 2-71 15,1 0-22-15,0 4 6 0,0 2 19 16,0-1-6-16,3 4 22 0,7-2 29 15,-1 3 6-15,4-1 9 16,6 1-10-16,7 0-9 0,3-2 8 16,3-3-12-16,0-1-95 0,7-4 12 15,-4-2 4-15,7-1-35 0,-4-2-110 16,1-3 37-16,0-1-85 0,-1-2-317 16,-6 0-94-16,1-4-400 0</inkml:trace>
  <inkml:trace contextRef="#ctx0" brushRef="#br0" timeOffset="-40244.61">31656 16490 409 0,'0'0'1208'16,"0"0"-883"-16,0 0 38 0,0 0-146 15,0 0 25-15,-13 35 76 16,3-18-158-16,1 3-55 0,-4 2-19 16,3-2-4-16,-3 1-56 0,0-2-1 15,4-2-15-15,-1-2-10 0,3-5-93 16,1-1 48-16,3-6-108 0,3-1-263 16,-3 1 113-16,3-1-121 0,0-2-597 15,0 0 340-15</inkml:trace>
  <inkml:trace contextRef="#ctx0" brushRef="#br0" timeOffset="-40042.23">31624 16524 39 0,'0'0'610'0,"19"-35"-320"15,-9 17-20-15,-1 8 248 0,-5 4-336 16,2 2-1-16,-3 3 85 0,4 1-140 16,-1 3-6-16,4 6 73 0,3 7-16 15,0 6 9-15,-3 2-14 0,2-1-67 16,-2 0-80-16,-3 2-2 0,2-1-4 15,1-1-19-15,-4-1-32 16,1-2 16-16,-1-4-29 0,-2 0-357 16,-4-3 113-16,3-1-141 0,-3-7-554 15,0-1 319-15,-3-2 26 0</inkml:trace>
  <inkml:trace contextRef="#ctx0" brushRef="#br0" timeOffset="-39841.88">31562 16596 1117 0,'0'0'1141'0,"0"0"-970"0,0 0 33 15,0 0 69-15,52-8-86 16,-33 8-47-16,7 2-38 0,-6 1-32 16,-1 2-70-16,0 0 16 0,-2 2-38 15,-1 1 22-15,0-1-255 0,-3-3-395 16,-7 2-592-16</inkml:trace>
  <inkml:trace contextRef="#ctx0" brushRef="#br0" timeOffset="-39349.5">31924 16582 979 0,'0'0'437'0,"-26"38"193"0,10-17-290 16,6-2-52-16,1-4 49 0,-1-1-209 0,4-3-73 15,2-2-43-15,1-4-18 16,3-3 6-16,0 0-86 0,0-2 19 16,0 0-26-16,0 0-165 0,0-3 158 15,3-5 55-15,1-7-21 0,2-3 65 16,0-2 2-16,-2-3 8 0,-1-1 14 15,-3 4 15-15,3-2 19 16,-3-1-8-16,3 4-30 0,1 0-17 16,-1 6-2-16,0 3 0 0,4 7 2 15,-4 1 21-15,-3 2 90 0,6 0 99 16,1 3-27-16,-1 10 25 0,7 5-13 16,-3 2-26-16,-1 1-42 0,1-3-79 15,0-3 42-15,3-3-89 16,0 2 34-16,0-5 16 0,3 0-18 15,-3-2-10-15,0-4 37 0,-4-2-59 16,-2-1 31-16,-4 0 44 16,0 0-35-16,4-3-30 0,-4-4 116 0,3-4-55 15,1-4-61-15,-4-1 79 16,-3-1-92-16,0 0-169 0,-3 0 138 16,0 1-87-16,-4-1-278 0,4 4 110 15,3-1-123-15,0 6-613 0,3 1 37 16,4 2-57-16</inkml:trace>
  <inkml:trace contextRef="#ctx0" brushRef="#br0" timeOffset="-39057.73">32173 16445 204 0,'0'0'978'0,"9"36"-766"0,1-16 308 0,-7-2-228 0,4-3-23 16,3-2 85-16,2-2-171 0,1-1-19 15,0-5 72-15,3 2-52 0,-3-4-26 16,-3 0-39-16,0-2 16 16,-7 0-80-16,0-1-30 0,4 0 21 15,-4 0-46-15,0 0 29 0,-3-2 17 16,3-1-46-16,-3-2 44 0,0-3-66 16,0-2 22-16,-3-6-226 0,3-2 176 15,-3-3-54-15,3 1-218 0,0 3 90 16,0 2-56-16,0 5-246 0,3 2 200 15,4 6-98-15,-4 1-316 16,0 1 197-16</inkml:trace>
  <inkml:trace contextRef="#ctx0" brushRef="#br0" timeOffset="-38730.25">32363 16535 530 0,'0'0'447'0,"4"40"-141"0,-4-20 104 16,3 0-225-16,3-4-29 15,-2 2 94-15,2-6-124 0,0 0 26 0,4-1 151 16,-3-3-120-16,-1-4-30 15,0-2 48-15,-6 0-64 0,4 1-65 16,2-3-18-16,-6 0 66 16,3-3-16-16,-3-2-38 0,0-6 38 15,0-9-104-15,-3 0 38 0,0-6-22 16,-4 1-16-16,7 1-22 0,-3 0 22 16,3 2 0-16,3 0-55 0,1 5 54 15,2 4 1-15,1 5-84 0,-4 4 84 16,0 1 22-16,0 2-16 0,4 1 95 15,-1 1-51-15,1 8-43 16,2 3 95-16,1 5-74 0,0 4-3 16,-1 1 53-16,-2 1-78 0,-1 0 50 15,1 0-16-15,-4 0-34 0,0 0-19 16,1-3-9-16,-4-1 28 0,0-3-292 16,0 0 143-16,0-1-74 15,0-3-352-15,-4-6 171 0,1 2-149 16,-3-5-679-16,2 1 253 0</inkml:trace>
  <inkml:trace contextRef="#ctx0" brushRef="#br0" timeOffset="-38544.69">32386 16615 1823 0,'0'0'409'15,"0"0"-44"-15,0 0 223 0,0 0-279 16,0 0-103-16,35-27-26 0,-18 23-55 15,-1 2-125-15,-3 0 25 16,-4 0-59-16,-2 2 27 0,3 0-257 16,-1 0 81-16,1 0-228 0,0 0-1121 15,-7 0 87-15</inkml:trace>
  <inkml:trace contextRef="#ctx0" brushRef="#br0" timeOffset="-38199.24">32609 16536 1305 0,'0'0'1106'0,"0"0"-767"16,0 0-24-16,10-34-63 16,-10 24-10-16,0 3-71 0,0 2-52 15,0-1-68-15,0 1-36 0,0 2 42 0,-4 0-57 16,-2 1-38-16,3 2 26 16,-1-1 12-16,-2 4-35 0,3 0 35 15,-1 1 31-15,4 2-18 0,0 0 47 16,4 3-23-16,2 0-27 0,1 3 94 15,6 1-104-15,3 2 43 16,-3 2-43-16,3-4 0 0,-7 2-12 16,-2-1 12-16,-1 2 0 0,1-4 9 15,-7 2-9-15,0-2 0 0,-3-1 16 16,-4 1 18-16,1-2-18 0,-4 0 18 16,-3 1 37-16,0-3-58 15,0-2 30-15,0 0-12 0,-3-2-31 16,3 3-162-16,4-4 90 0,-1-2-81 15,3 1-235-15,4 0 189 0,0 0-146 16,3 0-622-16,0-1-102 16</inkml:trace>
  <inkml:trace contextRef="#ctx0" brushRef="#br0" timeOffset="-105336.23">20261 3412 441 0,'0'0'499'0,"0"0"-349"15,0 0-13-15,0 0-33 0,0 0-45 16,0 0-46-16,0 0 3 0,0 0 205 15,0 0-91-15,0-3-100 16,0 6-17-16,3 0 59 0,-3 2 25 16,3 2-64-16,1 3 2 0,-1 4 34 15,0 3-1-15,4 0 6 0,-1 3 62 16,1-3-65-16,-1 3-19 0,-6 0-8 16,10-4 1-16,-7 2-42 0,3-5 1 15,-2 1-4-15,2-3 0 0,-3-2-29 16,1-2-75-16,-1-3-155 0,-3-3-771 15,0 0 287-15</inkml:trace>
  <inkml:trace contextRef="#ctx0" brushRef="#br0" timeOffset="-105102.99">20219 3517 893 0,'0'0'541'0,"0"0"34"16,0 0-377-16,0 0-17 0,0 0 23 15,0 0-146-15,0 0-16 0,0 0 13 16,48-21 12-16,-28 19 1 0,-4 0-14 16,7 1-2-16,-4 1-52 0,4 0-41 15,-1 0 39-15,-2 0-44 0,2 0-360 16,-6 0-197-16,-3 0-475 0</inkml:trace>
  <inkml:trace contextRef="#ctx0" brushRef="#br0" timeOffset="-104554.49">21075 3329 888 0,'0'0'495'0,"0"0"-205"0,0 0-14 0,0 0-172 16,0 0-4-16,0 0 49 0,0 0-133 15,0 0 20-15,0 0 93 16,-10 30-67-16,7-10 28 0,-3-1 187 16,-4 4-72-16,3 0-58 0,-2-1-23 0,2 4-25 15,1-1-80-15,3-2 13 16,-1-2-29-16,1-6-3 0,3-4-92 16,0-2 69-16,0-6-72 0,0 2-186 15,0-3 143-15,0 0 9 0,0-2-145 16,0-1 70-16,7-7 62 0,-4-4-329 15,0-4 100-15,0-6 88 0,0 0-72 16,-3 1 179-16,-3 0-23 16,-3-2-105-16</inkml:trace>
  <inkml:trace contextRef="#ctx0" brushRef="#br0" timeOffset="-104248.17">21010 3366 127 0,'0'0'418'0,"0"0"-79"16,0 0-10-16,0 0 321 0,0 0-325 15,0 0-112-15,0 0-103 0,0 0-55 16,0 0 19-16,39 3 107 0,-23 18-8 15,4 1-54-15,-1 1-90 16,-3-3 6-16,0 1-35 0,-3 0 6 16,3 2-7-16,-3-1 1 0,-3-3 0 15,0-2 0-15,-1-5 0 0,-2-3-29 16,-4-3 27-16,0-4 2 0,1-1 0 16,-1 0 16-16,-3-1 48 0,3 0 92 15,0-5 76-15,-3-9-84 0,0-2-72 16,-3-6 12-16,0-1-88 0,-4 1-3 15,1 0-22-15,3-1 22 16,-1 1-205-16,4 1 113 0,0 2-64 16,7 3-243-16,-1 2 164 0,4 2-33 15,0 2-192-15,3 0 184 0,3 5 19 16,-3-2-111-16,3 3 55 16,-3 0-72-16</inkml:trace>
  <inkml:trace contextRef="#ctx0" brushRef="#br0" timeOffset="-103882.15">21401 3312 497 0,'0'0'270'0,"0"0"-61"0,0 0 91 16,0 0-73-16,0 0-74 0,0 0 0 15,0 0-39-15,0 0 12 0,-10 43 117 16,4-29-116-16,0 2 28 0,2 3 96 16,1 0-84-16,0 0-20 0,3 1 20 15,0 1-40-15,3-2-48 0,4-4-63 16,2-3 38-16,1 0-54 0,6-4-25 15,-3-3 24-15,6-1 1 16,-2-3-92-16,2-1 76 0,-3-6-3 16,-3 0-10-16,3-3 29 0,-6-3 0 15,3 0 19-15,-7-5 22 0,1 3-18 16,-7-4-11-16,0 2 58 16,-4-5-70-16,-5 2-13 0,-4-1-9 15,-3-1 22-15,0 5-133 0,-4 1 120 16,10 6 10-16,1 4 3 0,2 1 3 15,1 3 42-15,6-2-23 16,-3 3 6-16,-1 0-28 0,1 0-184 16,3 6 120-16,0-1-16 0,0 2-103 15,7-2-45-15,2 2-243 0,4-4-758 16,0-2 414-16</inkml:trace>
  <inkml:trace contextRef="#ctx0" brushRef="#br0" timeOffset="-103478.65">21637 3381 654 0,'0'0'287'16,"13"37"75"-16,-10-19-160 0,0-3-1 15,1 0 169-15,-1 1-208 0,0-4-64 16,3 0-47-16,-2-5-47 16,-4-3-4-16,3-3-21 0,-3 1-2 15,0-2 23-15,3 0 53 0,-3-3 22 16,0-6-17-16,0-3-32 0,-3-2-26 15,-4-4-11-15,1 2-51 16,0-3 4-16,-1 0-65 0,4-2-78 16,3 0-29-16,0 1-36 0,6 2-125 15,4 2 228-15,3 4 88 0,0 3 75 16,3 4 104-16,0-1 85 0,0 5 215 16,0 1-128-16,1 0-39 0,-4 6 128 15,-4 0-88-15,1 2-36 0,-4 3-14 16,1 2-36-16,-4 0-29 0,0 5-128 15,0-3 42-15,-3 4-32 16,0-4-44-16,0 5 82 0,0-4-79 16,-3 1 32-16,-3-1 5 0,-1-2-40 15,1 2 29-15,-4-3-17 0,1-2-12 16,-1 0 6-16,0-3-6 16,4-4 0-16,-1-2-144 0,4-1 128 15,-3 1-87-15,-1-2-322 0,1-3 92 16,-1-8-131-16,4 0-994 0</inkml:trace>
  <inkml:trace contextRef="#ctx0" brushRef="#br0" timeOffset="-103172.18">21937 3355 699 0,'0'0'267'16,"0"36"-6"-16,0-17-40 0,-3-2 17 16,3 2 83-16,0-3-159 0,0 2-35 15,3-4 15-15,1 2-74 0,-1-2 0 16,6 0 18-16,-2-3-9 16,3 1-6-16,-1-3 9 0,7-2-12 15,-3-1-14-15,7-2-9 0,2-3 10 16,-2 1-55-16,2-2-90 0,1-1 6 15,-4-1-38-15,-3-1-310 0,1-2-6 16,-8 1-85-16,1 0-337 16,-7 0 299-16</inkml:trace>
  <inkml:trace contextRef="#ctx0" brushRef="#br0" timeOffset="-102986.26">22005 3450 1717 0,'0'0'513'16,"0"0"-232"-16,0 0-279 0,0 0 131 16,0 0 208-16,45 2-213 0,-25 0-109 15,-1-5-19-15,-6 1-16 0,3-1-96 16,-6-2-319-16,0 0 88 16,-1-2-121-16,-6-1-581 0,1 1 322 15</inkml:trace>
  <inkml:trace contextRef="#ctx0" brushRef="#br0" timeOffset="-102854.96">22031 3276 160 0,'0'0'2097'16,"0"0"-2036"-16,0 0-12 0,0 0 16 16,0 0 151-16,0 0-39 0,45 1-132 15,-19 1-45-15,3-2-151 0,0 0-869 16,-6 0 313-16</inkml:trace>
  <inkml:trace contextRef="#ctx0" brushRef="#br0" timeOffset="-102145.39">22874 3347 261 0,'0'0'130'0,"0"0"-110"0,0 0-20 16,0 0 4-16,0 0 127 16,0 0 172-16,0 0 143 0,-19-36-361 15,15 32 9-15,4 1 283 0,-3 1-120 16,3 1-34-16,0-1 129 0,-3 2-165 15,3-1-14-15,0 1 42 0,0-2-126 16,0 2-89-16,3 0-29 16,-3-1 29-16,7-2 0 0,-1 1-3 15,7-1 3-15,3-3 0 0,-6 3-3 16,0 0 3-16,-7 0 0 0,3 0-29 16,-3 1 29-16,4 1 0 0,-4-1-54 15,0 0 38-15,-3 2-6 0,0 0-100 16,0 3 103-16,0 2 0 0,0 5 6 15,0 5 13-15,0 1 0 16,-3 3-10-16,3 0 8 0,0 1 2 16,0 2-32-16,3 1 32 0,1-1 0 15,-1 2-12-15,0-2 12 0,3-1 0 16,1-3-12-16,-1 1 12 16,1-1 0-16,-1-2-1 0,-2-3 1 15,-1 1 0-15,-3-3 2 0,0 0-2 16,0-3 0-16,0-3 7 0,-3 0-7 15,-1-2 0-15,-2 3-22 0,-1-1 22 16,-6 1 0-16,1-2-18 16,-5-3 17-16,1 0-49 0,3-1-198 15,-3-1 57-15,3-2-45 0,-3-3-374 16,3 0 190-16,0-3 48 0,4 1-352 16</inkml:trace>
  <inkml:trace contextRef="#ctx0" brushRef="#br0" timeOffset="-101912.8">22748 3511 982 0,'0'0'369'0,"0"0"187"0,0 0-359 0,0 0-54 15,0 0 19-15,0 0-101 0,0 0-9 16,0 0 84-16,0 0-1 16,16-28-10-16,-3 26 4 0,3-2-37 15,0 3-12-15,4-1 10 0,-4 0 5 16,0 2-95-16,3-1 7 0,1 0-30 15,-1 1 23-15,1-2-185 16,-1 0-4-16,0 1-154 0,1-2-808 16,-7 1-9-16</inkml:trace>
  <inkml:trace contextRef="#ctx0" brushRef="#br0" timeOffset="-101415.69">23242 3295 1507 0,'0'0'429'16,"0"0"-163"-16,0 0 109 0,0 0-172 15,0 0-7-15,0 0-55 0,0 0-90 16,0 0-16-16,0 0 16 0,0 0 7 15,-32-12-58-15,25 18 22 0,1-2-22 16,0 5 0-16,2 1-18 16,-2 3 18-16,3 0 0 0,3 1-48 15,0-2 45-15,6-1 3 0,1 3-54 16,2-2 41-16,1 1 10 0,3-2-77 16,3 0 80-16,0 2-26 0,0-3-54 15,0 1 58-15,1-1-20 0,-1-2-38 16,-3 2 80-16,0 0-23 0,-1 0-19 15,-5-1 41-15,3-2 0 16,-7-2 1-16,0-1 29 0,0 2 32 16,-3-1 19-16,4 4 10 0,-4-4-16 15,0 1 57-15,-7-2 9 0,-3 2 0 16,-6-2 24-16,-6 3-19 16,2-5-69-16,-2-1-57 0,2-2 120 15,1 1-27-15,-1-2-78 0,1-3 47 16,3 0-81-16,3 1-125 0,7 0 85 15,-1 1-96-15,7 2-282 0,0-1 119 16,0-2-198-16,3 1-955 16,10 0 106-16</inkml:trace>
  <inkml:trace contextRef="#ctx0" brushRef="#br0" timeOffset="-101180.76">23623 3606 3618 0,'0'0'312'0,"0"0"-218"0,0 0-55 0,0 0-78 0,0 0 30 0,0 0-579 16,0 0-510-16,-9-39-1195 0</inkml:trace>
  <inkml:trace contextRef="#ctx0" brushRef="#br0" timeOffset="24973.21">13733 12532 249 0,'0'0'235'0,"0"0"-137"16,0 0 16-16,0 0 736 15,0 0-538-15,0 0-46 0,0 0 80 0,0 0-168 16,0 0 12-16,-22 1 102 16,22-2-85-16,0 0-19 0,0 0 30 15,0-1-38-15,-3 2-58 0,3 0-43 16,0 0 46-16,0 0-125 0,0 0 15 15,0 0-40-15,3 2 25 0,3 2-12 16,1 3 12-16,6 4 0 0,3-2-6 16,10 0 6-16,-4 0 0 0,1-5-161 15,3 1-31-15,0-4-225 16,-1 0-882-16,-8-2-520 0</inkml:trace>
  <inkml:trace contextRef="#ctx0" brushRef="#br0" timeOffset="25527.83">14386 12384 686 0,'0'0'345'0,"6"36"183"0,-6-13-213 0,7 1-75 16,-4 0-58-16,-3 0-147 0,3 2-33 16,-3-2-2-16,0-2-36 0,0-4-117 15,0 0-399-15,0-6 77 0,0-3-82 16</inkml:trace>
  <inkml:trace contextRef="#ctx0" brushRef="#br0" timeOffset="25837.96">14370 12363 1076 0,'0'0'355'0,"0"0"6"15,0 0-225-15,0 0 49 0,0 0 191 16,42 10-231-16,-26 1-16 0,0 3-20 16,0 0-45-16,0 2-35 0,-3-2-19 15,-3 1 16-15,6 3-26 0,-6-1 12 16,-1 1 14-16,-2-2-20 16,-1 0 4-16,-2-1 22 0,-4-1-25 15,0 2 5-15,0-3 40 16,-10 0-17-16,0-2-16 0,-3-1 42 15,0 0-61-15,-9-5-173 0,6 0 64 16,-1-2-39-16,1-3-242 0,3-1 11 16,0-5-193-16,7 1-773 0</inkml:trace>
  <inkml:trace contextRef="#ctx0" brushRef="#br0" timeOffset="26118.79">14660 12446 1104 0,'0'0'609'16,"0"0"-327"-16,0 0-71 0,0 0 74 15,0 0-133-15,4 48-40 16,-8-33-12-16,4-1-29 0,0-2-23 16,0 1-10-16,0-1 20 0,-3-1-58 15,6 0 23-15,1 1-7 0,-4-3-16 16,6 1 22-16,-3-6-9 15,4 2-13-15,-1-1 0 0,4 2 3 16,3 3 3-16,0-6 7 0,3-2 19 16,-6-2-32-16,-4 0-26 0,7-2-53 15,-10 0-75-15,4 0-262 16,-4-2 57-16,0-1-291 0,-3 2-864 0</inkml:trace>
  <inkml:trace contextRef="#ctx0" brushRef="#br0" timeOffset="26302.57">14686 12535 1962 0,'0'0'340'0,"0"0"-1"16,36-1 83-16,-20-1-237 0,-3 1-77 16,0-2-95-16,0 1 19 0,-4 0-32 15,4-1-93-15,-3-2-19 16,-4 0-93-16,1 1-242 0,-1-3-68 15,-6 3-457-15</inkml:trace>
  <inkml:trace contextRef="#ctx0" brushRef="#br0" timeOffset="26826.61">14712 12380 1439 0,'0'0'368'0,"0"0"-134"0,0 0 90 16,39-1-166-16,-23 1-29 0,0 3 34 15,0 1-60-15,0 4-42 0,-3-1-48 16,4 4 9-16,-5 5-22 0,-2-1-22 16,0 5 22-16,-4-2 2 0,-3 1 5 15,1 2 28-15,-4-1-19 16,0-3-6-16,0 2 25 0,0-6-35 16,-4-2-29-16,1-3 6 0,3-5-37 15,-6-2-114-15,6 0 106 16,-3-1 66-16,-1-2-33 0,1-10-59 15,-3-7-51-15,2-5-172 0,4-1 41 16,0 0-59-16,4 3-52 0,9 0 387 16,-1 2 0-16,5 5 111 0,-1 0 64 15,0 4 43-15,7 5 269 16,-1-2-121-16,-2 6-2 0,-8 2 37 16,1 0-239-16,4 4-73 0,-11 3-61 15,0-4 55-15,-2 3-48 0,-4 1-26 16,6 4 32-16,-6 5-41 0,-6-1-87 15,6-1 85-15,-10-1-62 0,0-1-184 16,-3-1 146-16,4 1-42 0,-4-1-158 16,3-4 151-16,0 1-7 0,4 1-7 15,3-1 162-15,-4 2 3 16,4 6 5-16,3-5 34 0,0-1 29 16,0 0 113-16,3-1-30 0,4-2-9 15,-1-1 28-15,7 2-39 0,0 0-35 16,6-2-58-16,-2 2 16 15,5-5-54-15,4-2-272 0,0-1-65 16,-10 0-225-16,10-4-1509 0</inkml:trace>
  <inkml:trace contextRef="#ctx0" brushRef="#br0" timeOffset="27709.14">15271 12386 652 0,'0'0'476'0,"0"0"-147"0,0 0 158 16,0 0-344-16,0 0-75 0,0 0 0 0,0 0 13 16,0 0 39-16,0 0 80 15,0 0-81-15,0 38-9 0,0-19 47 16,0-4-32-16,6 4-23 0,-2-2-19 15,-1 0 0-15,0 2-67 0,-3-5 6 16,6 1 4-16,-2-3-26 0,-1 0-16 16,3-4 16-16,-2-2 0 15,-1-2-54-15,3-1 53 0,1 4 1 16,6-4-48-16,3-2 29 0,0-1 3 16,0-4-137-16,-3-5 98 0,0 0-15 15,-7 0-141-15,4 1 53 0,-3-5-61 16,-7 3-189-16,0 0 50 15,0 1 65-15,0 3-42 0,0 2 195 16,-7 0 13-16,-3-3-154 0,-6 2 164 16,-3-1 94-16,-4 3-22 0,7 1-37 15,0-1-52-15,13 2 134 16,0 0 84-16,-1 1 183 0,1 0 317 16,3-1-161-16,0 0-94 0,0 0-53 15,7-2-176-15,-1-2 46 0,10 1 54 16,-3 0-138-16,0-1-33 0,-7 2-29 15,7 1-2-15,-9-2-1 0,-1 1-77 16,3 1-53-16,-2-5-61 0,-1 3-267 16,0 0 172-16,-3-3-4 15,0 3-297-15,0-3 78 0</inkml:trace>
  <inkml:trace contextRef="#ctx0" brushRef="#br0" timeOffset="27860.61">15319 12343 29 0,'0'0'1986'0,"0"0"-1523"0,0 0-173 0,0 0-17 0,0 0-164 16,0 0-55-16,42-21 36 0,-16 18 8 16,0 2-98-16,-3 1-66 15,2 0 65-15,4 4-105 0,-3 0-494 0,-6-1-197 16,-1-2-654-16</inkml:trace>
  <inkml:trace contextRef="#ctx0" brushRef="#br0" timeOffset="28568.37">16537 12345 1357 0,'0'0'410'0,"0"0"-144"0,0 0-10 16,0 0-152-16,0 0-27 0,-42 0 43 15,29 4-69-15,0 0-51 0,-3 4-6 16,10 2 6-16,-4 1 1 0,-6 3 22 16,12 0 31-16,-5 4-2 15,2 0 12-15,1 3 13 0,3 1 4 16,3 0 15-16,3 1-42 0,3-2-54 16,4-2-28-16,0-2 26 0,6-3 2 15,0-2-67-15,10-4 38 0,-4-2-80 16,1-5-181-16,-4-1 90 15,4-1-59-15,-7-6-417 0,-3 1 240 16,-3 0-190-16</inkml:trace>
  <inkml:trace contextRef="#ctx0" brushRef="#br0" timeOffset="28883.7">16679 12354 1448 0,'0'0'511'0,"0"0"-6"16,0 0-340-16,0 0-49 0,0 0 37 16,0 0-89-16,0 0-9 15,0 0-33-15,19 36 29 0,-15-14-15 16,-4 2-24-16,0-2 49 0,0-3-45 16,-7 0-6-16,7-3 18 0,-3 0-28 15,3-3 4-15,0-1-4 0,0 0 0 16,0-6-45-16,3 2 42 15,-3-1 3-15,7-3-42 0,-1 1 42 16,4 1 0-16,3 2 13 0,-4-4 32 16,8-1-1-16,-4-1-34 0,-4-2 31 15,1 0-41-15,0-1-100 0,-4 0 43 16,1-1-55-16,-4 0-264 16,3-5-6-16,-3 3-387 0</inkml:trace>
  <inkml:trace contextRef="#ctx0" brushRef="#br0" timeOffset="29178.82">16928 12426 1481 0,'0'0'396'16,"0"0"-175"-16,0 0-78 0,0 0 73 15,-13 50 165-15,13-30-205 16,0-1-38-16,3-2-7 0,0-1-38 15,10-3-43-15,-3-2-46 0,0-1 56 16,6-2-57-16,-3-5 32 0,3-2-22 16,-3-1 9-16,3-4-16 0,0-4 134 15,-6 2-8-15,-4-5-3 16,1 1 38-16,-4-4-58 0,-3-1-53 16,-3-1 74-16,-7-2-130 0,-3 0-50 15,-3-2 22-15,-7 5-108 0,4-2-285 16,3 7 171-16,6 4 37 0,4 1-158 15,2 4 259-15,4 1-11 0,0 0-419 16,4 0-429-16,-4 0 290 0</inkml:trace>
  <inkml:trace contextRef="#ctx0" brushRef="#br0" timeOffset="29611.22">17209 12420 837 0,'0'0'280'0,"0"0"176"0,0 0-134 16,0 0-8-16,0 0 120 0,9 42-264 16,-12-30-44-16,-3-1 8 0,6-5-60 15,-3-1-58-15,-1-3-3 0,1-1 15 16,0 2-12-16,3-2-9 16,-3-1 31-16,3 0-38 0,-4-3 0 15,1-5-35-15,-3-7-67 0,6-2-174 16,-4-3 67-16,4 0-43 0,0 6-420 15,4-2 314-15,2 5-42 0,4 5-31 16,0 0 363-16,-7 5 46 0,10 1 22 16,-4 6 105-16,1 2 149 15,6 3 462-15,-3 4-264 0,0-1-105 16,0 0 47-16,0 0-214 0,0 2-13 16,3-4-7-16,0-1-55 0,0-2-47 15,-3-3-46-15,0-3 46 16,-3 1-42-16,-4-4-4 0,-3 0 58 15,1 0 28-15,-1-4 107 0,-3-2-7 16,0-3-91-16,6-7-104 0,-6-1-6 16,-6-4-34-16,3 2-385 0,-10 0 156 15,6-2-166-15,-2 4-728 16,2 3-2-16,7 5 487 0</inkml:trace>
  <inkml:trace contextRef="#ctx0" brushRef="#br0" timeOffset="29828.17">17545 12355 175 0,'0'0'825'0,"6"34"-379"0,-3-15-30 0,-3-3 48 0,0 2-277 0,0-2-51 16,0 2-1-16,4-3-86 0,-4-1-43 16,6 0 4-16,-3-2-1 0,1-3-9 15,-1-3-8-15,6 1 8 16,1-4 0-16,0 1-38 0,12 0 38 15,-2-3-29-15,-1-1-77 0,-3-4-110 16,0 0-72-16,-3-1-310 0,-3-1 28 16,-3 2-232-16</inkml:trace>
  <inkml:trace contextRef="#ctx0" brushRef="#br0" timeOffset="29996.87">17696 12481 891 0,'0'0'697'16,"0"0"-469"-16,46-3-82 15,-33 0-23-15,-7-2-99 0,1 2-24 16,-1-4-260-16,-6 1-374 0,3-5-581 0</inkml:trace>
  <inkml:trace contextRef="#ctx0" brushRef="#br0" timeOffset="30195.3">17625 12304 2080 0,'0'0'611'0,"0"0"-209"0,0 0-71 16,0 0-96-16,0 0-2 0,0 0-9 16,0 0-81-16,0 0-143 0,0 0 56 15,10 21-50-15,-3-20-6 0,-1 1-115 16,-3-1 113-16,4-1-111 0,-1 0-344 15,-3 0 85-15,1 0-212 0,-1 0-1101 16,-52-25 692-16</inkml:trace>
  <inkml:trace contextRef="#ctx0" brushRef="#br0" timeOffset="30980">18065 12054 1460 0,'0'0'543'0,"0"0"-196"15,0 0-250-15,0 0 80 0,0 0 270 16,0 0-198-16,-13 36-67 0,6-22-90 15,4 2-23-15,0 0-69 0,0-3-9 16,3-4-23-16,0-3 32 0,0-2-251 16,0-1 76-16,3-2-149 0,0 2-932 15,0-3-340-15</inkml:trace>
  <inkml:trace contextRef="#ctx0" brushRef="#br0" timeOffset="31135.03">18155 12079 1653 0,'0'0'701'0,"0"0"-543"15,-6 40 4-15,2-21 8 16,1 2-80-16,3-3-90 0,0 1-22 16,-6 1-149-16,6-9-310 0</inkml:trace>
  <inkml:trace contextRef="#ctx0" brushRef="#br0" timeOffset="31750.06">16288 12022 366 0,'0'0'1285'0,"0"0"-769"0,0 0-244 15,0 0-240-15,0 0 75 0,0 0 205 16,0 0-151-16,0 0-81 0,7 46-67 16,-4-31 22-16,-3-1-35 0,0-7-35 15,3 0 3-15,-3-5-100 16,7 1-335-16,-1 1 40 0,1-4-285 16,-1 0-662-16</inkml:trace>
  <inkml:trace contextRef="#ctx0" brushRef="#br0" timeOffset="31918.99">16417 12008 2157 0,'0'0'324'0,"0"0"-63"0,-25 34 35 16,18-22-152-16,4 2-42 0,3-3-102 15,-3 2 0-15,3 0-43 0,3-3-258 16,0 0-70-16,0-6-403 0</inkml:trace>
  <inkml:trace contextRef="#ctx0" brushRef="#br0" timeOffset="32932.09">18701 12479 897 0,'0'0'459'15,"10"44"-322"-15,-4-23 233 0,-3-4-305 16,1 0-42-16,-1-7 29 0,-3-4-29 16,0 0-23-16,0-4 5 0,0-1-2 15,0 0 23-15,0-1 62 0,0 0 25 16,0-3 78-16,0-8 58 16,-3-7-195-16,-1-1-51 0,-5-6 1 15,9 0-4-15,-4 1-1 0,1-1-28 16,3-1 27-16,0 1-40 0,7 4-70 15,2 4 73-15,-2 5 23 0,9 2 16 16,-3 4 3-16,-3-1 123 0,2 6 99 16,-2 1-48-16,0 0-4 15,-7 5-71-15,7 2-13 0,-4 2-48 16,-6 4-31-16,0 1 53 0,0 3-50 16,0-2 12-16,-9-3-50 0,-1 4 12 15,0-5-143-15,0 1 128 16,-2-2-7-16,2-1-16 0,3 0 51 15,1-3 0-15,3-1-41 0,3 0 39 16,0 1-12-16,0 4-34 0,0 0 48 16,3 0 32-16,3-3 10 0,1 2 70 15,3-5-23-15,-4 3-61 0,4 2 23 16,-4-4-51-16,4 1 16 16,0-1-18-16,-4-3 2 0,-3 1-162 15,10-2 92-15,-6-1-49 0,2-6-137 16,4-4 147-16,0-3-85 0,0-1-807 15,0-1-7-15</inkml:trace>
  <inkml:trace contextRef="#ctx0" brushRef="#br0" timeOffset="33150.16">18969 12433 1481 0,'0'0'227'0,"0"0"46"0,-6 37 132 0,6-22-204 15,3-4-27-15,3 1 38 0,4 1-97 16,3-1-41-16,0 1-33 0,0-3 17 16,3 0-58-16,0 0 19 0,3-4-3 15,-6 1-16-15,0-2-29 0,-6-1 29 16,2-3-124-16,-5-1-229 16,-1 0 124-16,3-1-43 0,-2-3-231 15,-1 1-14-15,-3-6-281 0</inkml:trace>
  <inkml:trace contextRef="#ctx0" brushRef="#br0" timeOffset="33303.56">18998 12474 1603 0,'0'0'439'16,"0"0"-157"-16,45 1-14 0,-25 0-55 16,-4-1 5-16,3 0-115 0,-3 0-81 15,-9 0 3-15,9 0-40 16,-6-1 15-16,-7 0-151 0,0 0 61 15,0-3-32-15,-3 2-175 0,0-1-7 16,0-3-235-16,-3 2-728 0</inkml:trace>
  <inkml:trace contextRef="#ctx0" brushRef="#br0" timeOffset="33727.55">19082 12394 424 0,'0'0'512'16,"39"4"-226"-16,-20-1 20 0,-3 5 149 15,1 0-244-15,-5 5-55 0,-2 0 12 16,0 1-84-16,-4 0 9 0,4 3 43 16,-4-5-33-16,1 3-48 15,-4-2-36-15,-3-4 10 0,3 0-29 16,-3-3-42-16,0-3-25 0,0-1-26 16,0 1-75-16,-3 0 65 0,3-3 6 15,-3-2-100-15,-4-3 57 0,4-9-2 16,-3-5-102-16,-1-4 104 15,7-1 4-15,0 2-102 0,0 2 163 16,16 5-16-16,-3 2 91 0,4 1 49 16,5 1 143-16,-2 3 250 0,5 2-117 15,-2 3-24-15,0 4 141 0,-4-1-182 16,0 6-84-16,-6-1-26 16,-3 4-23-16,-4 3-16 0,1-1-29 15,-4 0 47-15,0 1-44 0,-6-2-57 16,3-2 71-16,-6-1-43 0,-1 0-53 15,-6-3 122-15,0 2-54 0,-6-3-68 16,-4-1 84-16,4-2-87 0,0 0-158 16,-1-3 114-16,1-1-81 0,-1-3-322 15,8 1 129-15,2 0-252 16,7 2-616-16,6-3 544 0,0 4 127 16</inkml:trace>
  <inkml:trace contextRef="#ctx0" brushRef="#br0" timeOffset="34022.9">19512 12400 225 0,'0'0'457'0,"0"0"285"0,0 0-241 0,0 0-99 0,9 40 37 0,-9-20-301 15,0 2-25-15,-6 1 37 16,6 2-6-16,0-3-20 0,0-5 12 16,0 3-22-16,6-6-114 0,1-1 19 15,3-4-19-15,-1-1 0 0,4-6 0 16,3-1 13-16,0-2 34 0,-3-6 35 15,7-1 59-15,-4-7-33 0,-3 0-61 16,-4-5 84-16,-2 0-44 0,-7-2-75 16,-3-3 112-16,-7 0-112 15,-3 2 41-15,0 2-35 0,0 8-18 16,0 4-96-16,4 5 80 0,-1 3 16 16,-3 1-193-16,3 4 191 0,4 4-59 15,-4 3-215-15,7 0 84 0,0 2-201 16,3-4-976-16,0-5-405 0</inkml:trace>
  <inkml:trace contextRef="#ctx0" brushRef="#br0" timeOffset="34785.71">20555 12344 193 0,'0'0'545'0,"0"0"-418"16,0 0-71-16,0 0-52 0,0 0 25 16,0 0 4-16,0 0-1 0,0 0 1 15,0 0 6-15,0 0 85 16,-32-15-49-16,32 15 32 0,-4 0 82 16,1 0-23-16,3 0 55 0,-3 0 142 15,3 0-173-15,0 0-25 0,0 0 60 16,0 0-77-16,0 1-56 0,-3 4-63 15,3 0 35-15,-4 1-10 0,-2 7 39 16,6 4 62-16,-3 5-34 0,3 1-58 16,0 2 16-16,0 0-79 15,3-2-28-15,-3-1 28 0,6-2 0 16,-2-1-128-16,2-5 49 0,-3-3-96 16,1-4-256-16,-1-4 141 0,0-1-91 15,-3-2-662-15,0 0 369 0,0 0 89 16</inkml:trace>
  <inkml:trace contextRef="#ctx0" brushRef="#br0" timeOffset="34960.17">20374 12394 1433 0,'0'0'741'16,"0"0"-557"-16,0 0 97 0,0 0-129 15,0 0-94-15,0 0-10 0,0 0 19 16,39-17 20-16,-17 17-33 0,-2 0-25 15,-1 3 29-15,1 0-26 0,-1 0-20 16,0-2 7-16,1 2-19 0,-1-2-76 16,0-1 6-16,1 0-120 15,-4-5-614-15,-6-1-376 0</inkml:trace>
  <inkml:trace contextRef="#ctx0" brushRef="#br0" timeOffset="35155.83">20742 12350 1327 0,'0'0'234'16,"0"0"159"-16,7 44 184 0,-7-27-323 16,0 4-80-16,3-1 117 0,-3-1-132 15,3 1-146-15,0-2 13 16,1-3-42-16,-1-2 16 0,0-2-150 16,0-3 48-16,-3-5-65 0,4 1-177 15,-4-2 96-15,0-1-89 0,3-1-505 16,-3 0 242-16,0-7 26 0</inkml:trace>
  <inkml:trace contextRef="#ctx0" brushRef="#br0" timeOffset="35434.04">20862 12367 1263 0,'0'0'562'0,"0"0"-117"0,0 0-112 16,0 0 43-16,0 0-161 0,0 0-56 15,32 5-3-15,-32 7-4 0,10 5-45 16,-7 3-53-16,-3 2 34 15,0-1-88-15,0-6 41 0,0 4-41 16,3-5 0-16,-3 0-19 0,3 0 19 16,1-4 0-16,-1-1-9 15,3-1 9-15,-2-4 0 0,5 4-39 16,4-4 39-16,3 3 0 0,0-6-19 16,4 0 17-16,-1-1 2 0,1-1-66 15,-1-1 53-15,0-3-28 0,4-1-228 16,-4-2 85-16,1-1-120 0,-4 0-844 15,-6 1-455-15</inkml:trace>
  <inkml:trace contextRef="#ctx0" brushRef="#br0" timeOffset="36002.46">21979 12375 892 0,'0'0'235'0,"0"0"48"0,0 0 150 0,0 0-281 15,0 0-28-15,0 0 99 16,0 0-119-16,0 0-43 0,0 0 45 16,-3 11 4-16,6 1-4 0,-3 6 61 15,4 1-58-15,-4 1-48 0,0-1-42 16,0-5 29-16,3-2-48 0,-3-2 0 15,0-4-2-15,0-2 2 0,0-2-105 16,0-2 28-16,0 0-29 0,0 0-85 16,0-6 72-16,0-5-136 15,-3-5-225-15,3-3 288 0,0-1 78 16,0 0-231-16,0 0 130 0,3-3-22 16,0 8-269-16</inkml:trace>
  <inkml:trace contextRef="#ctx0" brushRef="#br0" timeOffset="36161.74">22076 12305 322 0,'0'0'384'15,"39"-7"8"-15,-20 7 206 0,-3 6-253 16,1 0-76-16,-4 3 83 0,-1 4-191 16,-5 3-45-16,-1 1 12 0,-2 2 6 15,-1 0-25-15,-3 2-42 0,-7-2 12 16,1 1-50-16,-4-5-17 16,1 1 49-16,-4-2-14 0,-4-1-37 15,1-3 59-15,-3-1-69 0,3-3-155 16,-4 0-7-16,4-4-109 0,3-2-483 15,0-2-327-15,4-6 17 0</inkml:trace>
  <inkml:trace contextRef="#ctx0" brushRef="#br0" timeOffset="36439.29">22270 12373 879 0,'0'0'206'16,"0"0"555"-16,0 0-440 15,0 0-81-15,13 43 28 0,-13-25-156 16,0 2-25-16,0 0-55 0,0-4 20 16,3-1-36-16,0 1-10 0,4-4 30 15,-1 1 15-15,4-3-38 0,0-2 32 16,3-2-45-16,0 1 19 16,-1-5 9-16,1-1 1 0,0-1-22 15,0-2 53-15,0 0-60 0,-3-3-32 16,-4 0-19-16,1-1-106 0,-4 0-219 15,-3-4 27-15,0 0-261 0,-3 2-663 16</inkml:trace>
  <inkml:trace contextRef="#ctx0" brushRef="#br0" timeOffset="36571.15">22364 12489 1165 0,'0'0'312'16,"0"0"95"-16,48 0-44 0,-32-4-269 15,-3-2-45-15,0 1-14 0,-3-1-35 16,-4 3-13-16,-3-2-288 0,-3 0-215 16,0 1 8-16,0-1-291 0</inkml:trace>
  <inkml:trace contextRef="#ctx0" brushRef="#br0" timeOffset="37108.99">22344 12385 93 0,'0'0'503'0,"0"0"-41"0,0 0 222 16,0 0-466-16,0 0-176 0,0 0 10 15,0 0 90-15,0 0-41 0,42-16-27 16,-19 13-45-16,-1 2 13 0,-2 1 71 16,-4 0-25-16,3 6-21 15,-6 0 7-15,0 3-16 0,-3 3 0 16,-4-1 48-16,1 0-7 0,-4 3 0 16,4-2-32-16,-7 0-6 0,0-1-61 15,0-2 22-15,0 0-13 16,0-5-9-16,0-1-153 0,0 2 89 15,0-3-32-15,0 0-61 0,0-2 122 16,0 0 35-16,0-1 16 0,0-7-16 16,-4-5-77-16,1-5-42 0,3-5 116 15,0 1-10-15,7 2-65 0,2 1 40 16,7 5-4-16,-3 1-27 16,7 3 69-16,-4 5 68 0,0-2 154 15,3 6-10-15,1 1 16 0,-4 0 11 16,3 3-115-16,-6 4-54 0,0-2-70 15,-6 1 60-15,-4 1-60 0,0 0 19 16,0 0-7-16,-3 2-12 0,-3-1-48 16,-7 4 48-16,1-1 0 15,-8 0-16-15,8-1 16 0,-4-1 0 16,3 0-28-16,0 3 26 0,4-1 2 16,3 2-70-16,-4-1 68 0,7-1 2 15,0 0-38-15,0-3 38 16,0 0 0-16,4-3 0 0,2 0 12 15,-3-2-12-15,4 2 3 0,6-3-19 16,-4-2 16-16,4-1-204 0,3-6 172 16,-6-1-35-16,0-6-221 0,-1 0 62 15,-2-1-132-15,-1-6-295 0,-2 0 367 16,2 1-128-16</inkml:trace>
  <inkml:trace contextRef="#ctx0" brushRef="#br0" timeOffset="37310.03">22822 12327 96 0,'0'0'746'0,"0"0"-23"0,0 0-515 0,0 0 16 0,0 0 169 16,0 0-209-16,10 40-39 0,-10-21-45 16,0 2-33-16,0-4-12 0,3 1-7 15,0-2 38-15,4 1-9 16,-1-3 19-16,4-1 0 0,0 0-55 16,3-2-35-16,0-1 29 0,3-2-35 15,0 0 13-15,0-4-29 0,3-3 16 16,-2-1-178-16,-1 0 95 15,-3-3-58-15,-4-3-258 0,1-1 14 16,-7 0-589-16</inkml:trace>
  <inkml:trace contextRef="#ctx0" brushRef="#br0" timeOffset="37484.5">22913 12462 1534 0,'0'0'701'0,"0"0"-397"0,0 0 128 15,0 0-160-15,0 0-78 0,42 3-95 16,-26-8-24-16,-3 0-75 0,-7 0-69 16,1 0-1-16,-4 3-108 15,-3-4-348-15,3 1 100 0,-3-5-200 16,0 5-833-16</inkml:trace>
  <inkml:trace contextRef="#ctx0" brushRef="#br0" timeOffset="37886.41">22935 12343 628 0,'0'0'701'15,"0"0"-168"-15,0 0 73 0,0 0-467 16,0 0-29-16,0 0 65 0,49-9-57 16,-23 8-22-16,-1-2 7 0,1 1-1 15,3-1-35-15,0-3-39 0,-3 2 68 16,-3-1-36-16,-4 2-54 16,-9 1 61-16,-4 0-67 0,-2-3 31 15,-1 3-21-15,-3 0 18 0,0-1-21 16,0 1 65-16,0 0-72 0,-7 1-123 15,-2 1 44-15,-4 1 22 0,-3 4-32 16,3 0 87-16,3 2 2 0,7-3-97 16,0 3 95-16,-1 1-21 15,4 7-92-15,7 0 114 0,3 3-18 16,2-3-17-16,5-1 36 0,-1 0 0 16,-3 1 16-16,3-2-3 15,-3-1-13-15,-4-1 19 0,-2-1-19 0,-1-3 16 16,-6 0-3-16,4-2 51 15,-4 0-7-15,-4-2 58 0,-5 3 43 16,-4-2-44-16,-10 1-57 0,4-2 44 16,-4-3-92-16,1 0 26 0,2 0-7 15,-2-3-28-15,5-1-167 0,4 1 9 16,7 2-140-16,0 0-682 16,6-2-321-16</inkml:trace>
  <inkml:trace contextRef="#ctx0" brushRef="#br0" timeOffset="38678.06">23827 12437 46 0,'0'0'671'0,"0"0"-354"15,16 40 282-15,-13-32-268 0,0-4-62 16,-3-2 77-16,4 1-201 0,-4-1-42 16,0 0 3-16,0-2 23 0,0 0 27 15,0-5 166-15,0-2-173 0,-7-5-96 16,1-5-15-16,-1-1 66 15,-2-1-88-15,-1 0 28 0,0 1-29 16,0 0-15-16,4 1-37 0,3 1 18 16,3 3 19-16,0 4-164 0,0 6 161 15,6 0-57-15,4-2-121 16,6 4 181-16,0 1-3 0,4 8 3 16,-1 2 121-16,-3 3-14 0,0 2-38 15,-3 1 51-15,0 0-67 0,-3 2-43 16,0-3 62-16,-1 0-72 0,-2-3 23 15,-4-3-23-15,0-2 0 0,-3-4 3 16,3 1-3-16,-3 0 0 0,0-3 22 16,0-1-16-16,0 0 22 15,0-1-25-15,-6-7 7 0,3-4-10 16,-7-5-174-16,4-3 143 0,-1-3-79 16,1 4-190-16,6 1 192 0,0 5-39 15,9 0 10-15,1 4 115 0,0 3-17 16,3-2-12-16,0 4 51 15,-4 0 0-15,7 4-10 0,1 0 10 16,-1 4 32-16,-3 0 39 0,3 6-20 16,-7-2-48-16,4 0 10 0,-3 3 54 15,0-1 0-15,-4 3-32 0,1 2 35 16,-7-1-35-16,3 0-25 16,-3-2 31-16,0 4-38 0,0-5 10 15,0-2-26-15,0 1-41 0,0-2-143 16,-3-3 53-16,3-1-148 0,0-3-1020 15,0-1-197-15</inkml:trace>
  <inkml:trace contextRef="#ctx0" brushRef="#br0" timeOffset="39259.22">24344 12463 1039 0,'0'0'531'0,"0"0"-132"0,0 0 61 0,0 0-282 15,0 0-30-15,0 0 24 0,0 0-57 16,0 0-6-16,0 0 86 0,-7 2-20 16,14-13-96-16,-4-3-76 0,0-5 67 15,0 4-70-15,0-4 34 0,1 3-21 16,-4-3-13-16,0-3-28 16,3 2 6-16,-3 4-1 0,3 3-234 15,7 1 159-15,0 4 37 0,-1 4-112 16,4 0 157-16,0 4-13 0,3 5-69 15,0 1 98-15,1 7 0 0,-5 1 116 16,5 2-8-16,-4 3-31 0,-4 3-19 16,1 1 44-16,-4 2-29 15,1-2-38-15,-7 1 25 0,3-2-60 0,-3-2-70 16,0-5 29-16,-3 0-71 16,3-5-162-16,-7-3 155 0,-2-3-3 15,-1-3-317-15,0-1-103 16,1 0-255-16</inkml:trace>
  <inkml:trace contextRef="#ctx0" brushRef="#br0" timeOffset="39442.82">24376 12361 662 0,'0'0'831'0,"0"0"-441"0,32-1 112 15,-12 2-363-15,-1 2-52 0,0-1-38 16,-3 1-17-16,1 0-32 0,2 0-67 15,-3-3-214-15,0 0-368 0,-6 0-999 16</inkml:trace>
  <inkml:trace contextRef="#ctx0" brushRef="#br0" timeOffset="39725.37">24654 12308 189 0,'0'0'1107'0,"0"0"-726"15,0 0 90-15,0 0-313 0,0 0-44 16,-36-10-11-16,26 10-67 15,1 1-30-15,-1 4-3 0,4-1-5 16,-1 2 2-16,4-1-42 0,3 5 7 16,0 0 6-16,3 1 9 0,10 3 20 15,0-2 20-15,3 1 16 16,3 0 0-16,1-2 2 0,-4 0-5 16,0 2-12-16,-3-2-21 0,0 1-23 15,-7-3 21-15,-2 2 4 0,2 0 42 16,-6-2 81-16,0-1 14 0,0-5 50 15,-3 1-55-15,0 2-3 0,-1-3-10 16,-2 3-14-16,0-4-65 16,-4 0-42-16,7-3-3 0,-7 1-91 15,3-7-249-15,4-3 90 0,0-6-195 16,3-5-737-16,0 5 393 0</inkml:trace>
  <inkml:trace contextRef="#ctx0" brushRef="#br0" timeOffset="40076.42">24815 12298 1177 0,'0'0'465'16,"0"0"-26"-16,0 0 107 0,7 48-362 15,-7-23-49-15,0-1-39 0,0-3-41 16,0-4-49-16,0 0 1 16,0-3 15-16,3-3-22 0,0-5 6 15,-3-1-6-15,3-3 13 0,1-2-10 16,2 0 100-16,0 0 11 0,1-9 39 15,3-2-64-15,2-5-89 0,-2-4-121 16,-3-1 77-16,2 1-23 0,-2 6-188 16,-4 4 181-16,0 3 26 15,0 1 22-15,1 4 23 0,-1 0 3 16,0 1 0-16,4 1 10 0,-1 2 150 16,1 8 50-16,2 5-28 0,1 4-56 15,-4-3-19-15,1 2 13 0,-4-4-120 16,4-2 54-16,-4 1-98 15,3-3 44-15,-3 0-357 0,4-4 176 16,-4-1-116-16,4-4-583 0,-4 0-228 16</inkml:trace>
  <inkml:trace contextRef="#ctx0" brushRef="#br0" timeOffset="40260.46">25216 12339 1816 0,'0'0'230'0,"0"0"-19"15,3 38 2-15,-6-25-135 0,-1 3-33 16,1-5-45-16,3-2-110 0,-3-3-405 16,3-3-1077-16</inkml:trace>
  <inkml:trace contextRef="#ctx0" brushRef="#br0" timeOffset="40690.66">25348 12339 2379 0,'0'0'458'0,"0"0"-112"0,7 37-50 15,-7-24-93-15,-7 0-55 0,4 1-50 16,-4-2 2-16,1-3-100 0,3-2 22 15,-1-1-22-15,1-2 0 0,0-1-66 16,3-2 35-16,-3 1 15 0,3-2-236 16,-3 0 138-16,3-2-41 15,-4-9-447-15,4-4 21 0,4-5-62 16,-1 3-243-16,6-2 567 0,1 8 319 16,3 1 94-16,-3 5 76 0,-1 4-4 15,4 1 167-15,-3 4 21 0,3 7 101 16,3 0 277-16,0 2-379 15,4 5-94-15,-1-4 27 0,0 0-90 16,1-1-76-16,-4-3-73 0,3-2 44 16,1-4-40-16,-4-3-17 0,-3-1 81 15,0-4-65-15,-4-4-3 0,4-4 185 16,-3-1-47-16,-4-3-65 16,4-3 57-16,-7-3-143 0,1-2 30 15,-4-3-128-15,0-3 48 0,-7 3-395 16,4 3 297-16,0 7-71 0,-1 6-386 15,4 7 296-15,0 2-171 0,4 2-415 16,-1 0-223-16,3 8-12 0</inkml:trace>
  <inkml:trace contextRef="#ctx0" brushRef="#br0" timeOffset="40829.57">25810 12510 2764 0,'0'0'729'0,"0"0"-20"0,0 0-439 0,0 0-233 0,0 0-37 0,0 0-105 16,0 0-257-16,0 0-1287 0,0 0-717 0</inkml:trace>
  <inkml:trace contextRef="#ctx0" brushRef="#br0" timeOffset="68210.58">7261 13861 287 0,'0'0'610'0,"0"0"-128"16,0 0 44-16,0 0-337 0,0 0-34 15,0 0 98-15,0 0-134 0,0 0-22 16,0 23 9-16,0-10-19 16,6 5-17-16,-6 5-6 0,10 2 17 15,-4 3-27-15,-6 4-29 0,0 2 36 16,7 3-26-16,-7 4-32 15,-7 0 42-15,7 0-45 0,-6 4 3 16,3-3-19-16,-4-2 16 0,1-1-185 16,-4-7 99-16,10-3-46 0,-3-5-70 15,0-3 137-15,-1-4 30 0,4-6-27 16,0-5 40-16,0-2-1 0,0-2-12 16,0-2 15-16,4 1-25 0,-1 1 37 15,7-1 8-15,-1 1 20 0,7 0 105 16,1 0 33-16,8 0-13 0,-2 1 34 15,-4-1-60-15,4 3-49 16,3 0-32-16,-4 0 23 0,-2 3-61 16,2-1 13-16,4-1-45 0,0 1-29 15,-3-1-726-15,-7-2-551 16</inkml:trace>
  <inkml:trace contextRef="#ctx0" brushRef="#br0" timeOffset="69054.27">8172 14177 1551 0,'0'0'95'0,"0"0"236"0,0 0 51 16,-42-7-243-16,25 7-35 0,1 2-17 16,7 6-49-16,-8 0-18 0,8 6-14 15,-4 0 13-15,0 5-15 0,0 4 25 16,7 3 9-16,-4 3 11 0,10 5 37 16,0 6-22-16,0 0-22 0,6-1-13 15,4-1 44-15,3-5-34 0,3-4-36 16,3-7 45-16,-2-4-48 0,8-6-49 15,5-5 36-15,-5-7 13 16,1-6-29-16,0-4 29 0,-3-8 23 16,-4-1 12-16,-3-1 143 0,0-3-13 15,-9-2-26-15,2-1-3 16,-9-4-33-16,0 0-62 0,0-1 48 16,-9 0-89-16,2 1 47 0,-9 1-75 15,0 3 28-15,-3 3-255 0,-4 7 195 16,4 3-9-16,-4 6-236 15,13 3 159-15,4 1-1 0,6 3-145 16,0 0 83-16,0 0-215 0,0 0-1249 16</inkml:trace>
  <inkml:trace contextRef="#ctx0" brushRef="#br0" timeOffset="69583.71">8417 14190 1522 0,'0'0'137'0,"0"0"83"16,-10 49 69-16,1-28-188 0,2 3 25 16,-2 6 90-16,2 2-77 0,1 5-26 15,2 1 60-15,4 2-51 16,0-2-39-16,0-2-48 0,4-6 25 16,9-4-18-16,-4-5-36 0,7-3 61 15,1-5-67-15,5-5 13 0,-2-3-13 16,5-5 25-16,1-6-25 0,-3-2 82 15,3-4-25-15,-10-2-34 16,0 1 106-16,0-2-25 0,-6 2-32 16,-4-1 61-16,-6 1-55 0,0 0-57 15,0-1 95-15,-6 2-82 0,-4-1-6 16,-6 3-34-16,0 0 6 0,0 3-119 16,6 2 101-16,-6 3 5 0,0 0-90 15,6 2 82-15,0 0 21 0,4 0-145 16,-1 1 144-16,4 0-41 0,-3 0-78 15,6-1 88-15,0 1 32 16,0 0-259-16,6 0 218 0,4-1 28 16,9 0 13-16,1-3 32 0,-1-2-32 15,4-1 12-15,-4 1-12 16,-3 2 0-16,0 1 3 0,-3 1 86 16,-3 1 3-16,-7 0-60 0,4 1 56 15,-7 1-38-15,6 2-37 0,-3 3 97 16,-3 2-66-16,7 5-29 0,-7-5 49 15,0 0-64-15,0-2-73 16,0-3 70-16,0 1-138 0,6-1-363 16,-3 0-143-16,4-4-818 0</inkml:trace>
  <inkml:trace contextRef="#ctx0" brushRef="#br0" timeOffset="70161.94">9312 14170 2275 0,'0'0'340'0,"0"0"-138"16,0 0-86-16,0 0-100 0,0 0-9 15,0 0-7-15,6 42 96 16,-3-18-19-16,1 2-23 0,-4 2 36 16,0 0-39-16,-4 3-29 0,4 0 35 15,-3 0-57-15,-3 2 19 0,6-3-19 16,-3-5 0-16,-1-4-73 0,4-6 48 15,0-7-23-15,0-2-55 0,0-3 102 16,4 0-37-16,-1 1 6 16,13-2 32-16,-3 1 35 0,6-3 29 15,-3 0 64-15,7-4-10 0,-7 3-1 16,3-1 16-16,-2 2-29 0,-1 0-85 16,0 0 41-16,0 0-60 0,0 0-71 15,-6 2 56-15,6-1-33 0,-6 0-237 16,3-1 37-16,-4-4-185 0,1-1-902 15,-3-1 187-15</inkml:trace>
  <inkml:trace contextRef="#ctx0" brushRef="#br0" timeOffset="70522.43">9696 14329 737 0,'0'0'1205'0,"0"0"-926"16,0 0-52-16,0 0 118 15,0 0-223-15,0 0-10 0,0 0 0 16,-32 5-3-16,22 12-4 0,0 4 13 16,7 5 28-16,3 0-45 0,0 0-54 15,3 2 67-15,1-6-48 0,5 3-66 16,7-4 78-16,-9-2-78 0,12-7-3 16,-3-2 3-16,1-6 0 0,-1 0-56 15,0-4 56-15,0-7 0 0,0-4 19 16,0-5 44-16,1-1 4 0,-5-4-36 15,-8 2 109-15,5-5-78 16,-9 1-43-16,0-3 68 0,-3-1-87 16,-10-1 12-16,-6 3-62 0,-4-2 50 15,-3 2-292-15,4 4 197 0,2 5-103 16,7 4-219-16,4 7 292 16,6 3 62-16,-1 2-97 0,4 0-1 15,-3 2-290-15,3 0-939 0,3 5 328 0</inkml:trace>
  <inkml:trace contextRef="#ctx0" brushRef="#br0" timeOffset="70991.23">10145 14251 1082 0,'0'0'450'0,"-39"31"102"0,17-11-280 0,6 0-4 16,6 2 211-16,-6 4-163 0,12 2-78 15,-2 4-55-15,0-1-42 16,6-3-27-16,9-1-92 0,-2-3 62 16,9-7-84-16,0 1 34 0,3-5-34 15,4-3 0-15,3-5-2 0,-4-1 2 16,4-3 13-16,0-1 18 15,-3-6 53-15,-1-2-25 0,-2-3-53 16,-4-1 99-16,0-2-105 0,0-1 40 16,-6-1-25-16,-4-1-15 0,-6 0 34 15,-3-1-27-15,-3-1-7 0,-7 1 43 16,0 2-34-16,-3 3-9 0,3 3 22 16,3 5-13-16,4 3-9 0,2 1 21 15,-2 1-2-15,6 1-19 0,0 2-28 16,-7 2 26-16,-2 6 2 0,9 2-95 15,-10-1 79-15,4 0 16 16,6-5-164-16,-4 1 149 0,1-4-4 16,0 4-111-16,-4-2 102 0,7-1 28 15,0 1-168-15,-3 0 164 16,0 1-103-16,0-2-344 0,-4-2 30 16,7 1-258-16,0-2-1370 0</inkml:trace>
  <inkml:trace contextRef="#ctx0" brushRef="#br0" timeOffset="71609.16">10626 14250 284 0,'0'0'290'0,"0"0"85"0,0 0-167 0,0 0-9 15,-35 0 110-15,35-2-49 16,-7 1-56-16,7 0-25 0,0 0-44 16,0-1 20-16,0 2 174 0,0 0-76 15,0-1-43-15,0 1 6 0,0 1-99 16,-3 3-73-16,0 3-34 15,-7 9 78-15,7 3-53 0,-4 5-20 16,1 2 61-16,6 0-33 0,0 2-27 16,0 0 113-16,0 2-73 0,6-3-46 15,4-5 70-15,0-2-80 0,3-5-27 16,3-4-5-16,0-5 32 0,3-3-152 16,-2-2 150-16,-1-1 2 0,-3-5-47 15,0-1 47-15,-1 0 0 0,-5 0 2 16,-4 0 20-16,-3-1-22 0,7-2 6 15,-7-2-6-15,0 3 0 16,0-1 31-16,-10 0-31 0,-3-3 0 16,-3 2-79-16,0 1 60 0,6 3 19 15,4 5-34-15,-4-1 34 16,10 2 0-16,-7 0 15 0,7 0-15 16,-3 0 0-16,-3 0 22 0,6 0-9 15,0 0-13-15,6 0-173 0,-3 0 139 16,10 0 12-16,4 0 6 15,2 1 16-15,-3 2 41 0,7 1-29 16,-7 0 95-16,0 0-82 0,-3 0 7 16,-7 0-7-16,4-1-25 0,-7-1-208 15,0 0 57-15,-3 1-258 0,7-3-855 16,-7 1-61-16</inkml:trace>
  <inkml:trace contextRef="#ctx0" brushRef="#br0" timeOffset="71880.81">10901 14259 856 0,'0'0'1121'0,"0"0"-794"0,0 0-71 0,0 0-172 16,0 0 44-16,0 0 126 0,16 44-75 16,-16-25-32-16,0 1-4 0,0 2-6 15,-3 1-43-15,3 0-18 0,-3-1 25 16,3-1-101-16,0 0 25 15,3-4-25-15,3-1 0 0,1-3-60 16,2-3 35-16,1-2 25 0,6-2-79 16,7-4 76-16,-7 1 3 0,7-3-69 15,-4 0 50-15,4-3 19 0,-4-1-124 16,-3-1 112-16,0 0-84 0,0-2-243 16,1 2 118-16,-11 1-166 0,4 0-729 15,-10 1 123-15</inkml:trace>
  <inkml:trace contextRef="#ctx0" brushRef="#br0" timeOffset="72075.86">11011 14436 1765 0,'0'0'765'0,"0"0"-116"0,0 0-337 16,0 0-93-16,0 0-40 0,0 0-66 15,0 0-113-15,0 0 22 0,0 0-3 16,32 6-19-16,-16-6-47 15,0-3 9-15,-6-4 38 0,6 1-305 16,-3-5 99-16,-10-2-242 0,10-1-1004 16,-10 4 60-16</inkml:trace>
  <inkml:trace contextRef="#ctx0" brushRef="#br0" timeOffset="72213.05">11027 14227 2019 0,'0'0'479'15,"0"0"-153"-15,0 0-326 0,0 0-48 16,0 0 2-16,39 8 46 0,-20-4 0 16,4-3-149-16,-7 1-453 0,3-1-556 0</inkml:trace>
  <inkml:trace contextRef="#ctx0" brushRef="#br0" timeOffset="72429.94">11453 14300 1229 0,'0'0'638'0,"-16"34"-236"0,16-12 166 16,-6 2-238-16,6 0-94 0,-4 3-26 16,4-3-65-16,0 2-120 0,0-1 19 15,4-3-85-15,-1-1 41 0,0-1-488 16,-3-6 30-16,0-2-159 15,6-6-1092-15</inkml:trace>
  <inkml:trace contextRef="#ctx0" brushRef="#br0" timeOffset="72582.99">11208 14258 714 0,'0'0'2403'0,"0"0"-2160"15,0 0-243-15,0 0 19 0,0 0-19 16,42-24 22-16,-20 19-3 16,4 4-38-16,6-3 0 0,1 2-274 15,-1-3 30-15,-6 4-260 0</inkml:trace>
  <inkml:trace contextRef="#ctx0" brushRef="#br0" timeOffset="73252.68">12390 14119 1851 0,'0'0'299'0,"0"0"92"0,-42-5-200 0,26 5-56 0,0 0 45 0,-1 0-110 16,1 4-70-16,7 2 35 0,-8 2-37 15,1 2 2-15,7 0-93 16,-4 5 92-16,3-2-18 0,3 1 19 16,7 1 7-16,0 1-7 0,7 1-40 15,3-1 39-15,6-2-14 0,0-2 15 16,10 3 9-16,-4-4 68 0,7 2 22 16,-3-1 4-16,-6-1-33 0,5 2-10 15,-5-1 39-15,-7 1-33 0,0-1-47 16,-10 0 61-16,-3-1-27 15,0 0-21-15,-3 1 100 0,-10-1-28 16,0 2-41-16,-3-1 62 0,-13-1-125 16,13-4 50-16,-10 1-51 0,3-4 1 15,-3-3-242-15,10-1 110 16,0-5-136-16,0-6-514 0,6-2 161 0,10 2-539 16</inkml:trace>
  <inkml:trace contextRef="#ctx0" brushRef="#br0" timeOffset="73499.79">12587 14234 401 0,'0'0'1125'0,"32"-6"-761"0,-16 6 203 15,-6 3-318-15,-4 1-91 0,-2 4 21 16,-1 7-38-16,-3 3-23 0,-3 3-16 16,-7 2-10-16,7-1-47 0,-4 3-39 15,7-1 64-15,-3-1-16 0,3 0-39 16,3-2 58-16,7-3-73 15,3-3 38-15,3-1-10 0,0-4-28 16,0-3 32-16,4-3-10 0,-1-1-22 16,-3-3-41-16,0 0 12 0,-3-3-8 15,-3-1-404-15,6-2 134 16,-9 0-159-16,-1-4-807 0,-3 5 79 16</inkml:trace>
  <inkml:trace contextRef="#ctx0" brushRef="#br0" timeOffset="73650.17">12635 14361 2138 0,'0'0'543'0,"39"3"-221"0,-20-2 71 16,10-1-219-16,-6 0-57 0,0-1-69 16,-1-2 18-16,-2-1-66 0,-4-1-136 15,0-3 0-15,-10 3-224 0,1-4-875 16,-4 1 73-16,-3-1 390 0</inkml:trace>
  <inkml:trace contextRef="#ctx0" brushRef="#br0" timeOffset="73789.65">12674 14171 1508 0,'0'0'513'15,"36"-8"-370"-15,-11 4-75 0,1 0-55 16,7-2 26-16,-4 3-1 0,0 0-38 15,0 1-114-15,-7 2-952 16</inkml:trace>
  <inkml:trace contextRef="#ctx0" brushRef="#br0" timeOffset="74198.98">13052 14185 1255 0,'0'0'986'0,"0"0"-592"15,-42 47-288-15,29-29 7 0,3 5 115 16,1 7-8-16,2 0-45 15,1 1 6-15,6 1-74 0,9-3-31 16,-2-5-51-16,6-4 60 0,3-3-85 16,3-5-98-16,7-3 95 0,-3-5-16 15,-1-3-72-15,-2-1 91 16,2-7 0-16,-2-1 13 0,-4 0-5 16,-3-3-8-16,-10 1-117 0,3-1 79 15,-2-2-76-15,-8 1-150 0,-5-2 165 16,-7-2-103-16,-4 4-307 0,-6 0 217 15,7 4 192-15,3 3 100 16,6 4 84-16,4 1 139 0,-1 0 204 0,7 1-196 16,0 4-55-16,0 0-93 15,0 4-45-15,16 1-9 0,1-2 6 16,-1-2 42-16,10-1-23 0,-10-3-48 16,10 0 67-16,-4-2-13 0,-2 0-9 15,2 0 40-15,-6 0-47 0,0 0-22 16,-6 0 88-16,-7 0-41 15,1 0-69-15,-4 0 95 0,6 0-95 16,-6 0 35-16,0 0-39 0,0 0 4 16,0 0-475-16,-6 0 1 0,6 0-666 15</inkml:trace>
  <inkml:trace contextRef="#ctx0" brushRef="#br0" timeOffset="74632.21">13905 14156 843 0,'0'0'1476'0,"0"0"-1030"0,0 0-330 16,0 0-4-16,0 0 77 15,0 0 44-15,25 53-2 0,-25-23 12 16,-3 4-51-16,0-2-76 0,0 0-94 16,0 1 55-16,-1-6-77 0,4-1-90 15,-6-2 90-15,6-5-121 0,0 0-425 16,6-8-6-16,-6-4-239 0,4-5-1143 16</inkml:trace>
  <inkml:trace contextRef="#ctx0" brushRef="#br0" timeOffset="74851.23">14163 14233 2698 0,'0'0'392'16,"-3"32"-206"-16,-10-8 68 0,3 0 34 15,-3-1-68-15,0 1-98 0,0-3-37 16,4-4-85-16,-1-1-144 0,4-5 107 15,-1-4-74-15,7-4-252 16,-3-2 154-16,-4-1-98 0,7-4-98 16,0-4 128-16,0-10-41 0,0-4-120 15,7-2 321-15,-4-5 65 0,4 3-180 16,2 2-110-16,-2 5-218 16</inkml:trace>
  <inkml:trace contextRef="#ctx0" brushRef="#br0" timeOffset="74991.55">14173 14224 577 0,'0'0'574'0,"35"24"278"16,-22-4-622-16,-3 1 13 15,-4 2 131-15,4 0-166 0,-4-1-102 16,1-3-87-16,-4-1 23 0,0-4-42 16,1-4-163-16,-4-3 44 0,0-3 0 15,0-1-32-15,0 0 115 16,6-1 1-16,-6-1-146 0,0-1-78 16,0-1-257-16,-6-2-892 0</inkml:trace>
  <inkml:trace contextRef="#ctx0" brushRef="#br0" timeOffset="75399.81">14441 14185 653 0,'0'0'1450'0,"0"0"-880"15,0 0-361-15,0 0 79 0,-20 48 186 16,7-20-212-16,-3 3-124 0,0-1-132 16,0-1 73-16,0-2-79 0,6-1-98 15,-3-2 64-15,0-2-155 0,7-6-513 16,-1-6-51-16,-2-3-784 0</inkml:trace>
  <inkml:trace contextRef="#ctx0" brushRef="#br0" timeOffset="75825.65">14767 14208 2114 0,'0'0'259'16,"0"0"-65"-16,0 0 70 0,0 0-23 16,0 0-110-16,0 0 16 0,-29 47-32 15,10-23-36-15,-4 1-9 0,4-1 75 16,-1 1-51-16,1-3-94 15,3-1 29-15,3-1-29 0,3-7-294 16,0-3 62-16,10-5-199 0,0-2-886 16,0-3 9-16</inkml:trace>
  <inkml:trace contextRef="#ctx0" brushRef="#br0" timeOffset="76087.42">14815 14263 1910 0,'0'0'783'0,"30"50"-449"0,-18-27-103 16,-2-5-56-16,0-2-36 0,-1-5-53 15,-2-5-70-15,-1-3 53 16,1-2-25-16,-4-1 22 0,4 0 199 0,-4-6 52 16,10-4-12-16,-4-7-71 15,-2-3-85-15,-4-2-97 0,-3 1 115 16,0 0-167-16,0 0-36 15,0-3-13-15,-3 0 7 0,-4 1-353 16,7 4 306-16,4 4-188 0,2 5-757 16,10 4 68-16,-3 4-197 0</inkml:trace>
  <inkml:trace contextRef="#ctx0" brushRef="#br0" timeOffset="76839.31">15891 14278 1127 0,'0'0'1111'0,"-3"50"-861"15,3-21 133-15,0-3-184 16,0-2-42-16,0-2-42 0,0-4-55 16,0-5-60-16,0-5-64 0,0-2 62 15,3-2-49-15,-3-4-118 0,0 2 108 16,3-2 7-16,0-9 54 15,7-7 41-15,-3-5-41 0,-1-5-32 16,7 0 32-16,-10 0 0 0,7 0-62 16,-4-1 60-16,4 3-25 0,-3 3-121 15,9 2 100-15,-7 8 48 0,1 5 39 16,0 4 105-16,-4 2 4 0,1 4 82 16,2 9-7-16,-2 0-103 0,2 7-50 15,-2 1 37-15,-7-4-38 0,6 1-43 16,-2-5 64-16,-1-2-90 15,0-5-25-15,-3-2 22 0,0-2 3 16,0-1-141-16,7-1 140 0,-1 0-24 16,0-6-32-16,1-5 41 0,6-5-25 15,0 0-133-15,-7-2 152 16,7 1-13-16,-3 6-77 0,0 1 100 16,-4 2-14-16,0 6 13 0,-2 0 13 15,-1 2 128-15,0 4 15 0,-3 12-7 16,3 9 9-16,-6 7 37 0,0 5 16 15,0-2-55-15,-4-3-94 0,-2-4 38 16,9-1-87-16,-4-5-121 16,4-3 96-16,-3-5-133 0,3-5-393 15,0-3 186-15,0-4-303 0,3-1-1117 16</inkml:trace>
  <inkml:trace contextRef="#ctx0" brushRef="#br0" timeOffset="77078.38">16375 14305 2624 0,'0'0'300'0,"0"0"-124"15,-16 49 86-15,10-28-53 16,-1 0-25-16,1-2-71 0,3 1-19 16,-4-1-94-16,7-2 32 0,10-2-26 15,-4-1-6-15,7-2-3 0,0-1 3 16,7-4 0-16,-1-2-32 15,0 0 4-15,1-4 16 0,-1-1-221 0,-3-2 87 16,0-4-96-16,-6-2-560 16,-3 1-278-16,-1-1-171 0</inkml:trace>
  <inkml:trace contextRef="#ctx0" brushRef="#br0" timeOffset="77251.19">16363 14371 2018 0,'0'0'1103'0,"0"0"-774"16,0 0-266-16,0 0 67 0,0 0-4 16,45 22-37-16,-32-22-1 0,3 0-88 15,0-6-107-15,0-3 44 16,-6 2-105-16,-4-2-399 0,-2 0-9 16,-1 0-496-16</inkml:trace>
  <inkml:trace contextRef="#ctx0" brushRef="#br0" timeOffset="77630.92">16495 14277 1892 0,'0'0'335'0,"0"0"-174"0,0 0-5 16,32-8-92-16,-16 5-6 0,7 2-32 15,-7 1-23-15,0 3 10 0,-6 2 135 16,0 6 106-16,3 1-95 0,-10 3-28 16,-3 4 21-16,6 2-19 0,-6-1 0 15,0 1 33-15,0-3-49 0,-6-2-104 16,6-3 61-16,0-2-74 15,0-4-77-15,-3-2 64 0,3-3-66 16,0 0-302-16,0-2 162 0,0-3-81 16,0-8-253-16,3-9 366 0,3-4 48 15,1-2 54-15,-4-2 85 16,-3 1 0-16,13 0-207 0,3 1-170 16,0 7 377-16,7 6 247 0,-1 5 187 15,1 3-7-15,0 5 214 0,-1 8-266 16,-2 2-42-16,-1 5-42 15,-3 3-108-15,-6 2-143 0,0 0 7 16,-4 2 14-16,-6 0-61 0,-3 1 49 16,-7-3-5-16,-3 1-44 0,3-5-10 15,-2-1 10-15,-5-5 0 0,1-1-58 16,0-2 55-16,0-3 3 0,-3-4-204 16,2 0 133-16,1-2-116 0,7-5-652 15,-1 1-366-15,0-6-922 0</inkml:trace>
  <inkml:trace contextRef="#ctx0" brushRef="#br0" timeOffset="78333.22">17680 14182 1156 0,'0'0'514'16,"13"57"-95"-16,-13-24 292 0,0-2-441 15,0-3-97-15,-3 2-49 0,0-3-44 16,0-1-80-16,-1-6-42 15,-2-4-15-15,3-6-106 0,-4-4-196 0,4-4 217 16,0-2 4-16,-4-2 16 16,4-7 121-16,-3-6-80 0,-1-6-58 15,1-3 139-15,2-1 1 0,-2-2 31 16,6-2-32-16,-3-3-77 0,3 2-128 16,9 0-64-16,8 0 44 0,5 7 225 15,4-2 127-15,3 4 191 0,0 7 269 16,-3 2-216-16,0 4 3 15,-4 2 8-15,-2 4-231 0,-4-1-119 16,-6 3-1-16,-4 0-14 0,-3 3-17 16,-3-2-176-16,0 2 141 0,-6 1-25 15,-10 4-249-15,0 0 53 16,-7 0-1-16,0 2-33 0,4-3 255 16,0 3 31-16,2 0 1 0,-2-2 3 15,6 2 52-15,3-4-52 0,7 0-13 16,-3-2-32-16,3 1-20 0,-1 2 26 15,1 0-6-15,3 0-46 16,0 0 91-16,0-2 0 0,0 0 126 16,3 0-77-16,-3-3-33 0,7-1-16 15,-7-1-473-15,3-2-960 0</inkml:trace>
  <inkml:trace contextRef="#ctx0" brushRef="#br0" timeOffset="78841.25">17680 14214 1103 0,'0'0'713'0,"0"0"-175"16,0 0-396-16,0 0-42 0,0 0-8 15,0 0-70-15,0 0-2 0,0 0 79 16,39-23 52-16,-20 21-26 15,-2 2 3-15,5 0-3 0,-2 4-30 16,-1 1 29-16,7 2 15 0,-7 1-60 16,4 1-73-16,-4 2 76 0,-3-1-82 15,-3 2 38-15,0 3-7 16,-6-3-31-16,-4 2 28 0,-3-3 7 16,0 1-26-16,-7-1 16 0,-2-2 67 15,-7 1-27-15,-4-1-65 0,1-3 109 16,-7 1-109-16,0-3 37 15,-6 1-65-15,6-3 28 0,-6-2-341 16,9 0 175-16,0 0-157 0,4-1-648 16,6-2-70-16,7 0-112 0</inkml:trace>
  <inkml:trace contextRef="#ctx0" brushRef="#br0" timeOffset="79742.14">17726 14154 384 0,'0'0'143'0,"0"0"63"0,0 0 61 0,0 0-114 16,0 0 23-16,0 0 230 0,0 0-165 15,0 0-11-15,0 0 194 0,22 5-167 16,-22-5-16-16,0 0 78 0,0-1-129 15,-6-1-73-15,6-1-70 16,0-2 57-16,-4 0-35 0,1-5-66 16,0-1 79-16,-3-4-82 0,6-2 13 15,0-1-13-15,0 3 0 0,0 1-61 16,0 0 61-16,0 1 0 0,6 3-56 16,-3 2 53-16,4 1 3 0,-7 3-98 15,6-1 86-15,1-2 12 0,-1 0-47 16,1 2 47-16,-4 1 0 0,3 0-50 15,1 1 28-15,-4 1 22 16,3 1-76-16,1 1 76 0,3 4 0 16,2 5 13-16,5 2 16 0,-8 3-29 15,4-2-123-15,-6-3-32 16,-4-1-325-16,0-2-1905 0</inkml:trace>
  <inkml:trace contextRef="#ctx0" brushRef="#br0" timeOffset="80558">18281 14149 872 0,'0'0'797'0,"0"60"-514"0,-3-24 9 16,-4-4 83-16,4-1-146 0,-3 0-56 16,-1-2-29-16,7-3-99 0,-3-3-45 15,0-6-96-15,-4-4-42 16,7-5-39-16,0-4-123 0,-3-2 184 16,3-2 19-16,-3 0 60 0,0-4 37 15,-4-9-35-15,7-10 35 0,-6-2 119 16,2-6-54-16,-2 0-38 0,6 0-20 15,0-2-7-15,0-2-59 16,0 2-57-16,13 2 70 0,3 2 46 16,0 4 62-16,7 4 116 0,-1 6 161 15,-5 3-66-15,8 7-27 0,-5 4 49 16,-4 1-109-16,-3 0-53 0,0 5-86 16,-10-1 27-16,4 2-74 0,-7 0-57 15,0 5 57-15,-7 8 0 0,-9 3-140 16,0-1 115-16,-4-1-41 15,-2-6-64-15,6 1 130 0,-1-2 0 16,1 2-19-16,3-5 18 0,0 0 1 16,4 1-133-16,2-2 92 15,7-1-55-15,0-1-76 0,0 0 169 16,7 3 3-16,2 0 54 0,1 4 64 16,6-3-3-16,-3 1 18 0,0 0 0 15,0-1-45-15,-3 1-88 0,6-2 66 16,-6 2-66-16,-1-3-75 15,-2-4 75-15,-4 0-127 0,3-2-397 16,-2-3 48-16,-1 0-200 0,0 0-1027 16</inkml:trace>
  <inkml:trace contextRef="#ctx0" brushRef="#br0" timeOffset="80809.04">18556 14175 2059 0,'0'0'337'0,"3"45"-40"0,-3-18-110 0,0-4-11 16,3 1 144-16,0-5-162 0,4-2-72 15,-1-3-83-15,4-5 39 16,3-2-42-16,0-4-73 0,0-2 73 0,-4-3 19 16,4-4-19-16,0-5 105 15,-3-3-42-15,0-1-60 0,-7-1 63 16,3-3-66-16,-6-1-41 15,0-2-31-15,-9-5-156 0,2-3-714 16,-3 8-684-16</inkml:trace>
  <inkml:trace contextRef="#ctx0" brushRef="#br0" timeOffset="81106.4">18756 14180 26 0,'0'0'1768'0,"6"44"-1184"16,-2-20-336-16,-4-3-51 15,3-5 53-15,0 3-64 0,3-8-62 16,1 0-57-16,-1-6-7 0,4 0-60 16,0-5-5-16,3-2 5 0,3-5 0 15,-3-6-47-15,0 1 46 16,0-5-42-16,0 2-81 0,-4-4 120 16,-2 3-18-16,6 1-74 0,-10 3 71 15,7 5 12-15,-7 3 13 0,-3 0 96 16,3 2 22-16,-3 1 69 0,0 1-16 15,0 3-76-15,0 10-86 16,0 9 114-16,-3 4-17 0,0 2-86 16,-7-4 77-16,10-2-97 0,0-1-87 15,-3-5 87-15,3 1-111 0,0-6-296 16,0-5-13-16,3-2-311 0,-3-3-1274 16</inkml:trace>
  <inkml:trace contextRef="#ctx0" brushRef="#br0" timeOffset="81351.41">19092 14146 454 0,'0'0'1532'16,"0"0"-1234"-16,0 51 135 0,-3-32-221 15,-1 3-36-15,4-1 73 0,0-1-106 16,0-2-60-16,7-1-80 0,2-2 63 15,4-3-66-15,0-1 13 16,3-4-13-16,4-2 0 0,-1-5-63 16,1 0 37-16,-1-3 1 0,0-4-226 15,-2 0 72-15,-5-2-132 0,1-1-640 16,-6 1 235-16,-1 0-40 0</inkml:trace>
  <inkml:trace contextRef="#ctx0" brushRef="#br0" timeOffset="81531.19">19218 14213 1036 0,'0'0'1436'0,"0"0"-952"16,0 0-27-16,0 0-175 15,13 38-55-15,-4-34-14 0,4 0-78 0,3-3-135 16,-3-1-85-16,-3-6 51 16,-3 1-123-16,-4-2-456 0,6-3 120 15,-9-2-143-15,0 3-781 0</inkml:trace>
  <inkml:trace contextRef="#ctx0" brushRef="#br0" timeOffset="81914.13">19318 14083 618 0,'0'0'414'0,"0"0"-91"0,48 34 236 15,-35-19-267-15,-3 2-10 0,-4 5 98 16,-2-1-249-16,-1 1-66 15,0 1-36-15,-3 0 22 0,0-4-39 16,0 1 11-16,-3-5-36 0,0-3 13 16,-1-4-138-16,4-4 97 0,-3-2-7 15,3-1-84-15,0-1 48 0,0-8-13 16,0-6-58-16,3-6 152 16,1-6 3-16,-4-1-90 0,0-2-20 15,0 0-39-15,3 0-368 0,3 2 87 16,10 5 430-16,1 3 176 0,-4 6 384 15,3 3-171-15,-3 8 92 16,-4 2-163-16,4 5 33 0,-3 8 75 16,3 1-161-16,-3 5-88 0,-1 1-44 15,-2 2 40-15,-1 1-83 0,-3 1-84 16,1-1 111-16,-1 1-117 0,-3-3-3 16,3 1 2-16,0-5 1 0,4 0-139 15,-4-6 109-15,3 1 11 0,1-5-262 16,-1-2 159-16,1-2-141 15,-1-1-545-15,-3-2-226 0,7-3-432 0</inkml:trace>
  <inkml:trace contextRef="#ctx0" brushRef="#br0" timeOffset="83278.69">18278 14881 2150 0,'0'0'514'0,"0"0"-321"15,0 0-135-15,0 0 29 0,13 35 140 16,-7-9-36-16,-3 5-45 0,7 4 12 16,-7 0 0-16,1 0-33 0,-4 1-58 15,0 0 52-15,0-2-119 16,0-1 53-16,0-1-53 0,0-1 0 15,0-2-198-15,0-3 145 0,0-6-70 16,0-3-151-16,6-7 223 0,1-3 13 16,-4-2 6-16,10-3 32 0,3 1 51 15,6 0 22-15,1-3 69 16,6 0-47-16,0 0-61 0,0 0 67 16,0 0-101-16,-3 0-10 0,0-1-27 15,-3 0 37-15,-1 0-436 0,-6-2-177 16,1 0-816-16</inkml:trace>
  <inkml:trace contextRef="#ctx0" brushRef="#br0" timeOffset="83806.49">18879 15212 1082 0,'0'0'222'0,"0"0"-102"0,0 0 121 0,0 0-117 0,-20 43-14 15,17-19 104-15,3 1-78 0,0 0-22 16,0-4 63-16,3 2-57 0,0-1-11 16,4-4 23-16,3 2-20 0,-1-3-25 15,7-2 15-15,1-4 13 16,-1 0-35-16,6-5-29 0,1 0 44 16,-7-2-73-16,7-3 3 0,-1-1-12 15,-6 0-13-15,1-3-229 0,-8-3 22 16,4-1-62-16,-6-3-642 15,-7 1-183-15</inkml:trace>
  <inkml:trace contextRef="#ctx0" brushRef="#br0" timeOffset="83961.85">18943 15324 1117 0,'0'0'1597'16,"0"0"-1323"-16,39 7-73 0,-23-7-38 15,0 0-90-15,4-4-9 0,-4 0-64 16,-7 0-124-16,1 0-64 0,-3 1-152 16,-4 0-793-16,0 0 62 0,-3-3 438 15</inkml:trace>
  <inkml:trace contextRef="#ctx0" brushRef="#br0" timeOffset="84377.09">19014 15218 26 0,'0'0'1221'16,"45"-12"-1090"-16,-15 4-34 0,-5 5 4 16,1 0-65-16,0 2 22 0,-3 1 115 15,-1 4-63-15,-6 2-29 0,-3 6 130 16,-3 3 28-16,-3 2-71 0,-4 2 38 16,-3 3-90-16,0 1-39 0,-7-1-55 15,1-2 23-15,-4 0-45 16,0-2-18-16,-6-5 17 0,10 0-30 15,-4-4-123-15,4-4 61 0,-1-3-30 16,4-2-106-16,3 0 90 0,-3-7 19 16,3-6-6-16,0-5 126 15,3-3 23-15,3 0 24 0,4 5-47 0,3 4-3 16,3 4-52-16,0 4 55 16,1 4 84-16,-1 4 156 0,0 8-59 15,-3 3 9-15,3 4 108 0,3 0-170 16,-6 0-19-16,0-2-46 15,0-3 7-15,3-4-67 0,-6-4 29 16,3-3-13-16,-4-3 4 0,4-5-20 16,-3-4 82-16,-3-2-12 0,2-2-48 15,-6-1-12-15,4-2-13 0,-4 1-260 16,4-2 98-16,-7 1-55 0,3-2-582 16,0 5-422-16</inkml:trace>
  <inkml:trace contextRef="#ctx0" brushRef="#br0" timeOffset="84516.69">19638 15336 1720 0,'0'0'458'0,"0"49"-102"0,0-24-211 0,-4-4-35 0,1-1-56 0,0-4-54 16,0-2-72-16,3-5-412 0,-4-3-116 15,4-4-97-15</inkml:trace>
  <inkml:trace contextRef="#ctx0" brushRef="#br0" timeOffset="84873.03">19554 15114 2183 0,'0'0'279'0,"48"2"-31"16,-22 4 9-16,0 2-176 0,-4 1-75 15,-2 3 10-15,2 2-13 0,-2 0-3 16,-1 2 23-16,-3 0-1 0,0-1 52 16,-3 2-26-16,4-2 22 0,-8 1-26 15,1-1-40-15,-4 1 43 16,-2-1-47-16,-4 0 22 0,0 0 7 16,0-2-7-16,-7-3-6 0,4 0 16 15,0-4-32-15,-1-2-12 0,4-2 12 16,0 0 0-16,-3 0 7 15,3-1-7-15,3-1 19 0,7-1-16 16,6-4 92-16,0-1-10 0,4 0 22 16,-4 1-6-16,3 2-101 0,-3 2-13 15,-3 0-18-15,-3 1 31 0,0 0-312 16,-7 0 57-16,0 0-109 0,-3 0-677 16,3 0 42-16</inkml:trace>
  <inkml:trace contextRef="#ctx0" brushRef="#br0" timeOffset="85026.52">19867 15309 2620 0,'0'0'437'16,"0"0"-219"-16,0 0-37 0,35 2-41 16,-28-3-96-16,-1-3-44 0,-2 1-57 15,-1-6-248-15,0 0-987 0,-3-2-433 16</inkml:trace>
  <inkml:trace contextRef="#ctx0" brushRef="#br0" timeOffset="85258.25">19893 15174 849 0,'0'0'1063'0,"0"0"-865"0,45 0 22 16,-22 0-29-16,2 1 22 15,1 1 82-15,-3 0-135 0,-4 3 3 16,-3-2-80-16,-3 5-83 0,-6-1-6 15,3 5-205-15,-4 3 195 0,-6 1-3 16,0 2-16-16,-3 2 35 0,-4 2 22 16,-2-2-9-16,-1 0 35 0,0 1-48 15,1-6-131-15,-1 0 48 0,-3-4-49 16,3-2-316-16,4-3-213 16,3-4-362-16</inkml:trace>
  <inkml:trace contextRef="#ctx0" brushRef="#br0" timeOffset="85481.35">20100 15257 40 0,'0'0'740'0,"35"3"3"0,-19 11 201 15,0 0-534-15,-3 4-77 0,3-1-42 16,-3 2-73-16,3-6-35 0,-3-1-32 16,-3-3 33-16,0-6-103 15,-1-1-59-15,-5-2 77 0,2-2 9 16,-3-4 50-16,4-4 63 0,-1-8-139 15,-2 0-51-15,-4-4 79 0,0 2-7 16,-4 1 19-16,1-2 90 0,-3-1-212 16,-4 0-97-16,3 0 85 15,1 4-76-15,6 5-317 0,0 5 261 16,0 6-183-16,0 0-701 0,3 2-50 16,0 0-599-16</inkml:trace>
  <inkml:trace contextRef="#ctx0" brushRef="#br0" timeOffset="85909.42">21010 15148 130 0,'0'0'2377'15,"4"52"-1990"-15,-4-21-22 0,0 1-7 16,-4-5-181-16,1-1-143 0,0 0-2 16,0-3-64-16,3-5 1 0,0-2-419 15,0-8 108-15,0-2-257 16,0-5-707-16</inkml:trace>
  <inkml:trace contextRef="#ctx0" brushRef="#br0" timeOffset="86093.58">21004 15127 2511 0,'32'-8'694'0,"-3"6"-372"16,7-1-53-16,-7 0-59 0,-3 2-24 15,-4 1-171-15,-2 0-15 16,-7 1-22-16,0 4-188 0,-10-3-362 16,-3 1 243-16,0 0-111 0,-7 3-828 15,1-1 24-15</inkml:trace>
  <inkml:trace contextRef="#ctx0" brushRef="#br0" timeOffset="86592.94">21004 15249 36 0,'0'0'2309'0,"0"0"-1999"0,39 17-81 16,-17-13-43-16,4-4-106 0,0 0-77 16,-3 0-3-16,-1 0-70 0,-2 0-107 15,-4 1-516-15,3 4 46 16,-6 2 169-16,0 2 266 0,-3 3 212 16,-1 3 231-16,1-1 118 0,-7 2-83 15,4-2-41-15,-7 0-2 0,0-2-155 16,0-4-13-16,0-2-55 15,0-2-3-15,-4-3-78 0,4 1-214 16,-6-2 22-16,3-3 26 0,-4-7-192 16,4-5 439-16,0-1 212 0,3-5 325 15,0-1-271-15,0 1-42 0,0-3-20 16,3 0-152-16,4 0-23 0,5 3-23 16,8 3 94-16,-1 4 116 0,7 3 169 15,-3 6-149-15,2 2 2 16,-5 3 96-16,-1 4-115 0,-6 2-85 15,-3 2-131-15,-4-1 87 0,-2-4-90 16,-1 3-153-16,-3 3 141 0,-10 3-41 16,0 0-255-16,-6 1 230 0,-3-3-33 15,3-3-110-15,0 1 189 16,-4 3-41-16,4-3-189 0,3 1 173 16,3 0 21-16,7 0 68 0,3-1 64 15,3 4 116-15,4 3 46 0,3 1-14 16,2-2-35-16,1-3-45 15,4 0-12-15,-1-3-120 0,0-1-38 16,0-5 25-16,-3 1-125 0,3-3-563 16,-3 0-348-16,0-3-458 0</inkml:trace>
  <inkml:trace contextRef="#ctx0" brushRef="#br0" timeOffset="86933.11">21676 15181 2032 0,'0'0'518'0,"6"32"-138"0,-6-7 134 16,0 3-203-16,0 3-85 0,-3-3-43 15,0-2-22-15,-4-1-161 16,4-5-105-16,0-3-29 0,0-2-153 15,-1-5-511-15,1-6-292 0,0-2-331 0</inkml:trace>
  <inkml:trace contextRef="#ctx0" brushRef="#br0" timeOffset="87208.2">21643 15133 2279 0,'0'0'440'0,"0"0"-186"16,0 0-81-16,39-4 6 0,-19 8 84 15,2 3-114-15,1 3-48 0,-1 1-51 16,-2 0 54-16,-1 4-104 0,4 4 43 16,-7-1-16-16,-3 3 7 15,-4 0-28-15,1 0 72 0,-7 1-78 16,-3 0 28-16,0-2-6 0,-3 1-22 15,-3-2 28-15,2 0-28 0,-2-4 0 16,0-1-160-16,-1-2 96 0,4-5-89 16,-4-2-296-16,7-3 175 0,-3 1-173 15,0-2-1100-15</inkml:trace>
  <inkml:trace contextRef="#ctx0" brushRef="#br0" timeOffset="87351.67">21737 15340 1577 0,'0'0'1539'0,"0"0"-1039"16,36 14-260-16,-23-10-74 0,3 0-112 15,0-1 17-15,0-2-71 0,0 0-400 16,0-1-60-16,-3 0-814 0</inkml:trace>
  <inkml:trace contextRef="#ctx0" brushRef="#br0" timeOffset="87754.51">22528 15075 1311 0,'0'0'1412'0,"0"0"-1071"0,46 20-22 15,-33-2-119-15,-7 1-86 0,4 5-16 16,-7 4-35-16,-3 1 28 0,0 2-91 16,0 0-7-16,0-3-21 0,-3 0 28 15,3-6-214-15,-4-3 91 16,1-3-93-16,-3-5-593 0,6-6-179 16,-7-2-99-16</inkml:trace>
  <inkml:trace contextRef="#ctx0" brushRef="#br0" timeOffset="88115.09">22603 15308 1381 0,'0'0'1286'0,"45"1"-897"0,-13 1 146 16,-3 2-185-16,0 0-111 0,4-2-158 15,-4 0 12-15,-7-1-93 0,-2 0-143 16,-4-1-29-16,-3-2-219 0,-4-1-965 16,-5 0-454-16</inkml:trace>
  <inkml:trace contextRef="#ctx0" brushRef="#br0" timeOffset="88306.59">22816 15183 2402 0,'0'0'907'0,"10"48"-533"15,-10-22-78-15,3-3-32 0,0-2-94 16,0-1-170-16,0-1-99 15,1-2 37-15,-1-2-177 0,0-5-462 16,-3-3 140-16,3-4-436 0,1-3-757 0</inkml:trace>
  <inkml:trace contextRef="#ctx0" brushRef="#br0" timeOffset="88498.05">22993 15127 2768 0,'0'0'698'0,"7"41"-376"0,-7-17-57 16,6 4-6-16,-6 3-88 15,7-1-171-15,-7 3-81 0,3-2 65 16,0-2-167-16,1-4-428 0,-1-4 159 16,0-8-598-16</inkml:trace>
  <inkml:trace contextRef="#ctx0" brushRef="#br0" timeOffset="88696.92">23258 15240 718 0,'0'0'1594'16,"0"53"-831"-16,0-25-584 0,-6-4-127 15,3-4-52-15,-1-4-90 0,1-4-262 16,3-6-983-16,-3-3 84 0</inkml:trace>
  <inkml:trace contextRef="#ctx0" brushRef="#br0" timeOffset="89146.21">23200 15285 821 0,'0'0'1325'0,"39"16"-586"16,-23-11-482-16,0-5-104 0,0 0-39 16,-3-5-5-16,-3-3-68 0,0-2-41 15,-4-1-19-15,1-2-102 0,-4 2-160 16,0-2 253-16,-3 1 24 0,0 0 4 16,0-1 48-16,-3 2-25 0,0 2-14 15,-4 3 20-15,4 0-16 16,3 3-10-16,0 3 99 0,0 0 57 15,0 0-83-15,6 8 95 0,11 2-4 16,-1 0 34-16,3 1-29 0,4-4-126 16,-4-4-8-16,4-2 5 0,-1-1-43 15,4-6 25-15,-7-3 49 16,1 1-55-16,-4-2 24 0,-3 2 12 16,-7 1-55-16,-2 3-21 0,-1-1 21 15,0 1 21-15,0 2 7 0,1-2 80 16,-4 4-13-16,0 1 55 0,-7 10 45 15,4 9-52-15,-4 3-21 16,4 5 120-16,0-5-187 0,3-1 23 16,-3-4-32-16,3 0-46 0,0-5-148 15,0-3 90-15,0-4 55 0,0-3-321 16,0-1 305-16,3-2-96 0,0 0-316 16,4-4 193-16,-4-5-316 0,3-3-1162 15,1-3-410-15</inkml:trace>
  <inkml:trace contextRef="#ctx0" brushRef="#br0" timeOffset="91115.71">18372 15420 2426 0,'0'0'352'0,"0"0"-204"0,0 0-14 16,0 0-44-16,0 0-7 0,0 0-76 16,0 0 21-16,0 0 7 0,9 39 35 15,-6-12 54-15,4 5-16 16,-1 5 6-16,4 5 53 0,-3 6-42 15,-1 7-23-15,-3 4 29 0,4 4-113 16,-4 3 26-16,-6 2-7 0,3-1-37 16,-7 2-93-16,1-5 80 15,-4-3-52-15,7-9-180 0,-7-1 213 16,4-5-37-16,-4-6-111 0,4-3 178 16,-1-4 2-16,1-8-69 0,-1-3 69 15,4-9 0-15,3-5 1 16,0-3 11-16,0-3 39 0,0 0-19 15,6 1 87-15,7-2-21 0,10-1 18 16,0-4 35-16,2-2-67 0,8 0-84 16,-8 2 106-16,5 0-106 0,-5 0 37 15,1 0-40-15,0-1 3 16,-10-1-277-16,10-1 123 0,-7 1-120 0,-2-2-917 16,-4 3-576-16</inkml:trace>
  <inkml:trace contextRef="#ctx0" brushRef="#br0" timeOffset="91712.58">18908 16255 1617 0,'0'0'675'0,"0"0"-458"0,0 0-7 0,0 0-78 16,0 0-90-16,0 0-14 0,0 0 1 16,6 42 42-16,-3-22-23 0,1 3 10 15,-1-1 15-15,-3 3 10 16,0-1-3-16,0 1 31 0,0-1-32 16,0-2-25-16,0-2 73 0,10 0-52 0,-4-5-65 15,7-1 72-15,0-5-60 16,3-1-4-16,0-5 45 0,7-2-63 15,-1-1 44-15,-2-2-9 0,2-3-35 16,-6-2-126-16,-3-1 48 0,0-3-77 16,-6 2-236-16,-1-1 75 15,-6 0-254-15,-3-3-723 0,0 6 140 16</inkml:trace>
  <inkml:trace contextRef="#ctx0" brushRef="#br0" timeOffset="91880.53">18934 16398 1685 0,'0'0'1365'0,"0"0"-1078"0,0 0-268 16,0 0 32-16,48 16 48 0,-22-9 21 15,-4-4-31-15,-2 2-89 0,-1-3-82 16,-3-2 18-16,0 0-79 0,-6-3-243 16,-3-2 62-16,-4 2-155 0,-3-1-707 15,0 0 462-15</inkml:trace>
  <inkml:trace contextRef="#ctx0" brushRef="#br0" timeOffset="92215.78">19011 16331 1291 0,'0'0'576'15,"0"0"-197"-15,0 0 238 0,0 0-550 16,0 0-67-16,0 0-89 0,45-36 89 16,-22 29 0-16,3 3-49 0,-4 0 49 15,4 1-13-15,-3 2-119 16,3 1 35-16,-4 0 3 0,-2 3 5 15,-4 3 88-15,-3-1-14 0,0 2 14 16,-7 3 2-16,1 3 69 0,-7-1 207 16,0 7-138-16,0-3-8 0,-4 2 1 15,-2-1-30-15,-1 3-35 16,-2 0-25-16,2-2 28 0,1 1-70 0,-1 3 35 16,4-4-7-16,3-1 23 15,0-1-38-15,7-1 69 0,5-6-18 16,1 2 2-16,7-4 73 0,-4-2-64 15,3-1-65-15,4-4 46 0,-7 0-56 16,3-5-195-16,1-1 41 0,-4-4-81 16,0-2-508-16,-6 3-21 15,-1-1-246-15</inkml:trace>
  <inkml:trace contextRef="#ctx0" brushRef="#br0" timeOffset="92461.4">19534 16317 2806 0,'0'0'468'0,"0"0"-347"0,0 0-93 15,0 0 52-15,-6 43 37 0,-1-23-10 16,1 3 26-16,6-2-64 0,-7 3-63 16,4 0 130-16,-3 0-27 15,6-1-37-15,0-3 61 0,6 0-92 16,1-4-10-16,-4 1 21 0,7-5-52 15,-1 0-99-15,1-3 74 0,0-5 4 16,3 0-256-16,0-4 147 0,-1-1-100 16,1-5-332-16,3-4 183 15,-3-2-102-15,0 1-815 0</inkml:trace>
  <inkml:trace contextRef="#ctx0" brushRef="#br0" timeOffset="92711.89">19709 16353 222 0,'0'0'2450'0,"0"0"-1819"16,0 0-510-16,0 0-19 0,0 0 34 15,0 0-16-15,0 0-120 0,-13 37 47 16,13-15-28-16,0 3-19 0,0 0 32 16,0-5 15-16,0 3-19 15,6-2-12-15,1-2 59 0,-4-2-5 16,7-4-58-16,-4-1 85 0,4-3-97 15,-1-1-22-15,4-1 21 0,0-1 1 16,3-5-157-16,-3-1 113 0,0-2-113 16,0-7-304-16,-3 3 94 15,0-4-281-15,-4 2-1171 0</inkml:trace>
  <inkml:trace contextRef="#ctx0" brushRef="#br0" timeOffset="93337.81">19789 16448 2197 0,'0'0'957'16,"0"0"-765"-16,0 0-39 0,0 0-17 15,0 0 25-15,42 21-61 0,-29-21-84 16,-3-1 57-16,-3-1-73 0,-4-4-283 16,3-4 74-16,1 0-74 0,-1-1-273 15,-3 1 301-15,-3 3 25 16,0 3-123-16,0-2 164 0,0 1 189 15,0-4 36-15,4 1 61 0,-4 2-25 16,0-1-55-16,3 2-17 0,-3 1 0 16,9 2 137-16,-2 2 38 15,-1 3 35-15,4 6 171 0,0 3-101 16,-1 6-2-16,-2-3-113 0,-1 5-35 16,-2-7 0-16,-1 2-42 0,-3-3 19 15,3-4-73-15,-3 1-12 16,0-7 35-16,0 0-57 0,0 0 23 15,0-1-20-15,0-1-3 0,0 0-130 16,-3-1 118-16,3-5-67 0,0-7-91 16,3-6 170-16,0-4 32 0,4-2 27 15,-1-2 58-15,4 4-117 0,3 3 13 16,3 1-13-16,3 5 22 0,-2 3 46 16,2 4 102-16,0 4 5 15,1 3 78-15,-4 1-40 0,-3 7-112 16,-4-3-86-16,1 2 114 0,-7 0-129 15,4 1 67-15,-7 2-27 0,0 4-40 16,-3 0-64-16,-4-2 45 0,-3 2 19 16,-2-2-146-16,2-2 127 15,-3 1 19-15,0-1-153 0,7 1 125 16,-4 2 10-16,7-1-84 0,-1 1 102 16,4 0 0-16,4 0-48 0,-1-1 48 15,7 1 0-15,2-4 15 16,-2 0 31-16,6 0-46 0,-3-5 3 15,0 0-24-15,3-1 21 0,0-3-322 16,10 0-1-16,-3-2-224 0,-4-2-1277 16,1-1 242-16</inkml:trace>
  <inkml:trace contextRef="#ctx0" brushRef="#br0" timeOffset="93776.53">20829 16328 2034 0,'0'0'821'0,"0"0"-347"0,-29 48-252 0,23-26-35 15,-1 2 80-15,7 2-7 0,0 4-95 16,0-3-94-16,10-1 56 0,3-3-127 16,0-5 30-16,3-2-30 15,4-1 0-15,-4-5-46 0,3-5 34 16,-3-2 12-16,0-3-235 0,-3-4 173 16,0-6-100-16,-3 0-314 0,-4-3 165 15,-2 0-156-15,-4 0-811 16,0 1 16-16</inkml:trace>
  <inkml:trace contextRef="#ctx0" brushRef="#br0" timeOffset="93943.17">20846 16434 2678 0,'0'0'504'0,"0"0"-62"16,48 22-218-16,-25-18-130 15,-4-4-50-15,0 0 80 0,-6-4-124 16,0 1-35-16,-10-2-57 0,7 2-131 15,-10-2-374-15,3-1 80 0,-3 0-130 16,0-5-652-16,-3 5 599 0</inkml:trace>
  <inkml:trace contextRef="#ctx0" brushRef="#br0" timeOffset="94074.36">20833 16355 2107 0,'0'0'411'0,"0"0"-76"16,45-11-146-16,-22 7-70 0,6-3-4 15,3 2-52-15,0-1-63 0,0 4-44 16,-2 0-26-16,-5 2-154 0,1 0-622 16,-3 2 60-16,-4-1 92 0</inkml:trace>
  <inkml:trace contextRef="#ctx0" brushRef="#br0" timeOffset="94401.63">21191 16331 440 0,'0'0'815'0,"0"0"-424"0,0 0-102 0,0 0 106 16,0 0-172-16,-3 36-29 15,-10-22 117-15,0 5-109 0,0-2-43 16,7 2 31-16,-1 0-54 0,7 2-29 15,0-1-19-15,0-2 29 0,10 1-88 16,0-5-1-16,3 0 18 0,3-5-46 16,3-1 13-16,1-4-13 15,2-4 0-15,-2-2-53 0,-1-6 19 16,0 0 21-16,-3 0-353 0,1-2 177 16,-5 1-37-16,-2 3-72 0,-7 2 279 15,-3 1 19-15,0-1 74 16,0-1 60-16,-9 1-16 0,-4 0 86 15,-3 4-46-15,-4 0-60 0,4 0-10 16,6 4 85-16,1-1-35 0,2 0-47 16,1 0 61-16,6-1-59 0,-3 0-71 15,-1-1 101-15,4 1-123 0,4 1-3 16,5 1 3-16,7-3 0 0,4 0 31 16,-4-1-44-16,0-2 13 0,-3-2-278 15,0 0 148-15,-3 0-99 16,3-4-422-16,-1 1 36 0,-2 2-617 15</inkml:trace>
  <inkml:trace contextRef="#ctx0" brushRef="#br0" timeOffset="94655.3">21524 16387 886 0,'0'0'2200'16,"0"0"-1919"-16,0 0-112 0,0 0 58 15,0 0 40-15,-23 46-97 0,17-24-161 16,3 3 57-16,3-1-66 0,0-2-53 16,0-1 37-16,6-1 16 0,-3-3-96 15,7 0 61-15,-4-3 26 0,4-4-284 16,3-4 201-16,-3-2-22 0,3-4-102 16,0-5 140-16,-1-4-135 15,-2-4-754-15,-3 3-337 0,-1-1 505 0</inkml:trace>
  <inkml:trace contextRef="#ctx0" brushRef="#br0" timeOffset="94811.81">21582 16533 1665 0,'0'0'1100'0,"0"0"-824"0,0 0-97 16,39-8-48-16,-26-2-105 0,-4-1-26 15,1 0-118-15,0-1-148 0,-7 0-651 16,3 3-282-16</inkml:trace>
  <inkml:trace contextRef="#ctx0" brushRef="#br0" timeOffset="95257.93">21650 16385 741 0,'0'0'1379'16,"0"0"-669"-16,0 0-507 0,39 2-82 15,-26-4-22-15,3-2 7 0,0 0-36 16,0 3-26-16,0 0 58 0,0 1-36 16,-3 1-3-16,-6 1 57 15,-4 3-120-15,3 3 41 0,-6 7 0 16,0 3-7-16,0 7-5 0,-6-1 2 16,-4-2-31-16,4-5-5 15,-4-3 5-15,4-3 0 0,-1-3 31 16,1-4 17-16,2-2-48 0,1-1-86 15,-3-1 58-15,3-2-47 0,-1-9-139 16,4-3 166-16,0-9-25 0,7 2-25 16,2 1 97-16,-2 4 1 0,3 5-83 15,3 2 80-15,-1 6 6 0,5 3-3 16,-1 6 254-16,0 3-5 0,0 4 6 16,0 2-62-16,4-1-28 0,2 2-45 15,-2-1 65-15,5-5-54 16,-2-3-60-16,3-1 158 0,-4-6-62 15,1-2-112-15,-7-4 121 0,0-4-176 16,0 0 60-16,-6-2 4 0,0-1 57 16,-4 1-64-16,-6-3 157 15,0-1-214-15,-3-2 9 0,-3 0-54 16,-1 0 45-16,4 4-429 0,-4 2 390 16,7 7-155-16,-3 1-641 15,3 4 259-15,0 0-569 0</inkml:trace>
  <inkml:trace contextRef="#ctx0" brushRef="#br0" timeOffset="95885.56">22719 16277 893 0,'0'0'1233'0,"10"51"-883"15,-7-24-99-15,0-4 90 16,-3 0-146-16,0-3-147 0,-3-5-48 15,0-3-77-15,-1-4-99 0,4-2-151 16,-3-3 275-16,0-2-6 0,-4-1-149 16,4-1 16-16,0-6 10 0,0-6 181 15,0-3 65-15,-1-2 45 0,4-3-39 16,0 0-69-16,7-3-2 0,-1 2-71 16,4 2-62-16,6 4 133 15,3 5 10-15,1 3 194 0,2 5 68 16,-2 3 155-16,-1 3-53 0,-3 4-41 15,-3-1 80-15,0 2-164 0,-6 0-113 16,-4 2-133-16,-3 1 81 0,-3-1-84 16,-4 0-117-16,-2-1 86 15,-4 0-28-15,-4-2-275 0,1-1 287 16,0 0-22-16,0-4-28 0,6 1 97 16,4-1 0-16,6-2-32 15,0 1-6-15,3 2 35 0,10-1-139 16,3 2 142-16,10 3 3 0,-3-1 23 15,-1 2 46-15,-2 1 13 0,-4 3-22 16,-7 0 82-16,-2 2-41 0,-4-1-23 16,-3-1 93-16,0 0-41 0,-6-3-80 15,-4 0 107-15,0 0-68 0,-3-4-89 16,-3 1 117-16,0-5-120 0,3 0-138 16,0-1 98-16,4-1-133 15,2-2-472-15,4-2 134 0,0 3-497 16</inkml:trace>
  <inkml:trace contextRef="#ctx0" brushRef="#br0" timeOffset="96569.71">23165 16312 1275 0,'0'0'1186'0,"29"43"-951"0,-20-19-83 0,-2-3-107 0,-4 1-13 16,0-1 3-16,-3-4 42 15,4 2-77-15,-4-4-74 0,0-2-54 16,0-5-75-16,-4-1-39 0,1-4 167 16,3 0 58-16,-3-1 15 15,0-1-29-15,-1-1 31 0,-2-5 136 16,3-6 26-16,0-5 15 0,-1-5 0 15,-2-6-65-15,6-2-54 0,-3-1-23 16,-1-2-19-16,4 0-16 0,7 1-160 16,6 8 134-16,3 3 26 0,6 6 45 15,1 8 93-15,3 2 9 0,0 4 193 16,0 6-15-16,-1 5-43 0,-2 3-21 16,0 0-48-16,-7 0-170 0,-6 3 15 15,-4-3-30-15,-3 1-28 16,-3 1-195-16,-6-1 179 0,-4-4 4 15,0 0-238-15,-6 0 237 0,3-4-12 16,-3-1 25-16,0-2 25 0,0-1-25 16,3 0-84-16,0-3 69 15,3 2 15-15,4-1-116 0,3 3 113 16,-1 0-44-16,4 0-54 0,0 3 101 16,0-1 44-16,0 4-2 15,10 4 95-15,0 2-121 0,6-1 27 16,-3 0-9-16,0-2-34 0,0-5-174 15,0 0-2-15,0-4-200 0,-4-1-949 16,1-2-261-16</inkml:trace>
  <inkml:trace contextRef="#ctx0" brushRef="#br0" timeOffset="96865.09">23591 16325 2106 0,'0'0'181'0,"0"0"-87"0,0 0 174 0,-13 53-1 16,13-23-97-16,0-3-42 0,10-1-55 16,-4-2-31-16,4-2 72 15,0-4 35-15,6-7-31 0,-3-5-81 16,3-3 80-16,3-6-20 0,-3-6 58 15,4-8 41-15,-1 0-41 0,-3-5-53 16,-3-1 31-16,0 0-133 0,-3 0-118 16,-1-2 94-16,-2 1 5 0,-1 0-235 15,-2 0 158-15,-1 1-134 0,0 4-393 16,-3 7 127-16,3 6-140 0,1 3-593 16,-1 3 398-16</inkml:trace>
  <inkml:trace contextRef="#ctx0" brushRef="#br0" timeOffset="97218.45">23908 16326 2841 0,'0'0'436'0,"0"0"-175"0,0 0 146 0,0 46-47 16,-4-30-137-16,4-1-155 0,-3 1 58 16,3-2-108-16,-3-4 22 15,3-3 37-15,0-2-77 0,3-2 0 16,4-1 0-16,-1-2 0 0,7-5 19 15,3-6 2-15,3-5-21 0,-2-3-138 16,-4 1 137-16,-1 2 1 0,-2-3-86 16,3 1 58-16,-3 1 28 0,-4 5-111 15,1 2 109-15,-1 6 2 0,-3 1-56 16,-3 3 56-16,4 0 28 0,-1 6-28 16,-3 10 148-16,0 7-108 15,0 6 6-15,0 3 22 0,0 1-68 16,0-1 37-16,3 2-37 0,0-1 0 15,4-1-68-15,-1-2 19 0,1-5 46 16,6-4-337-16,-4-6 179 0,4-7-128 16,3-6-641-16,-6-2-54 15,3-2-121-15</inkml:trace>
  <inkml:trace contextRef="#ctx0" brushRef="#br0" timeOffset="97670.59">24263 16262 1233 0,'0'0'1298'0,"0"0"-1063"0,0 0-33 0,6 38 131 16,-6-16-94-16,-3 3-65 16,0 2-64-16,-4-4 10 0,7-3-39 15,-3 0-39-15,3-2 73 0,0-3-115 16,0-3 41-16,0-3-29 0,3-5-12 16,1-2-93-16,2 1 74 0,4-3 3 15,6-7-198-15,7-6 129 0,-4-2-145 16,0-5-656-16,-6 8-339 0,-3-2-175 15</inkml:trace>
  <inkml:trace contextRef="#ctx0" brushRef="#br0" timeOffset="97829.5">24363 16408 718 0,'0'0'1976'15,"0"0"-1841"-15,0 0-61 0,0 0 116 16,0 0-190-16,39-36 0 0,-33 21-923 16,-3 4-663-16</inkml:trace>
  <inkml:trace contextRef="#ctx0" brushRef="#br0" timeOffset="98331.84">24389 16285 1755 0,'0'0'697'0,"0"0"-92"0,0 0-263 0,0 0-92 16,0 0-123-16,45-18-55 0,-32 14-72 16,0 2-31-16,-3 2 30 15,-1 2 1-15,-6 5-106 0,4 8 106 16,-4 3 3-16,-3 5 3 0,0 3 76 16,0-2-82-16,-3-2 28 15,0-3 7-15,-1-3-35 0,1-4-32 16,3-7 29-16,-3 0 3 0,3-5-113 15,0 0 110-15,0 0 3 0,0-2-10 16,0-6 10-16,0-2 35 0,6-6-19 16,-2-4 91-16,2-2-47 0,4-2-42 15,0-1 20-15,-1-3-38 0,4 0-36 16,3-2 36-16,0 4 0 0,4 4-103 16,2 5 103-16,-2 7 34 0,-7 6 42 15,-4 3 44-15,-5 1-73 16,-1 2-4-16,0 5 169 0,-3 3-113 15,0 4-80-15,-3 2 42 0,-4 2-61 16,-2-3 13-16,-1 2-14 0,-3-3 1 16,3 0-158-16,-2 3 136 15,-1-5 16-15,0 1-137 0,3 0 140 16,4-3 3-16,2 2 0 0,4-6 31 16,0 1-9-16,0-1 25 15,0-3-23-15,7 3-24 0,-1 1 28 16,7-3-18-16,3-1-10 0,0-3-22 15,1 0-25-15,-5-5 44 0,1 2-282 16,0-3 110-16,-3 1-230 0,-4 2-664 16,1 0-128-16</inkml:trace>
  <inkml:trace contextRef="#ctx0" brushRef="#br0" timeOffset="98507.84">24854 16435 3082 0,'0'0'1148'0,"0"0"-533"0,0 0-124 15,0 0-96-15,0 0-284 0,0 0 25 16,0 0-136-16,0 0-205 0,0 0 190 16,0 0-106-16,-3-7-470 15,3 3 220-15,-4 3-602 0,4-2-2415 0</inkml:trace>
  <inkml:trace contextRef="#ctx0" brushRef="#br0" timeOffset="127616.82">19550 17091 171 0,'0'0'91'15,"0"0"-36"-15,0 0 487 0,0 0 346 16,0 0-579-16,0 0-66 0,0 0 109 16,0 0-155-16,0 0-14 0,-3 1 15 15,3-1-74-15,0 0-35 16,0 0-12-16,0 0 37 0,0 0-29 16,0 0-57-16,0 0 48 0,0 0-76 15,0 0 28-15,0 1-18 0,0 2-10 16,0 6 2-16,3 2 1 0,4 8-3 15,-1 6 31-15,4 3 10 16,-3 7 13-16,-1 3-29 0,0 5 94 16,-2 1-53-16,-1 1-44 0,0 0 40 15,-3-3-62-15,0-6-3 0,0-1-13 16,3-4 16-16,-3-1-159 16,0-5 158-16,7-3-56 0,-1-6-141 15,-3-3 183-15,1-4-26 0,2-1-73 16,-3-5 114-16,4 2 0 0,3-2 1 15,2-3 37-15,5-3 6 0,-1-5-9 16,6-1 103-16,1-1-44 0,-7 0-71 16,4 3 71-16,-4 0-94 0,0 4-66 15,0 0 51-15,-3 1-71 16,-3 2-463-16,-1 0-172 0,-5 2-789 0</inkml:trace>
  <inkml:trace contextRef="#ctx0" brushRef="#br0" timeOffset="128178.97">20106 17441 492 0,'0'0'561'0,"0"0"-226"0,0 0 208 0,0 0-264 0,0 0-42 0,0 0 79 16,0 0-149-16,0 0-84 0,0 0-83 16,-3 6 103-16,6 5 25 0,7 7 104 15,-4 8-51-15,4 7-61 16,0 3-35-16,-1-2 22 0,-6 0-107 0,4-6 37 16,-4-2-27-16,4-2-10 15,-4-6-120-15,0-3 86 0,0-4-76 16,-3-5-264-16,3 2 150 15,-3-6-93-15,0-2-459 0,0 0 204 0,0-3 126 16,0-2-483-16</inkml:trace>
  <inkml:trace contextRef="#ctx0" brushRef="#br0" timeOffset="128429.06">20106 17504 806 0,'0'0'408'0,"0"0"-47"0,16-46 298 16,-3 36-316-16,0 0-50 0,3 2 75 15,0 0-132-15,0 0-49 0,1 6-45 16,-1 0-22-16,0 2-108 0,-6 0 32 16,-1 2-19-16,-2 0-25 0,-4 3 31 15,3-1 33-15,1 5-39 16,-4-1 6-16,0-1 32 0,1 3-48 16,-8-1 13-16,-2 3 37 0,-10 2-65 15,0 2-127-15,-7-2 111 0,4-1-65 16,-1-5-186-16,1-2 175 15,6 0-104-15,0-3-404 0,0-1 130 16,10-2-237-16,0 0-690 0</inkml:trace>
  <inkml:trace contextRef="#ctx0" brushRef="#br0" timeOffset="129059.09">20429 17501 866 0,'0'0'401'0,"0"0"-186"16,0 0 211-16,0 0-209 0,0 0-16 16,0 0 57-16,0 0-161 0,0 0 38 15,0 0 106-15,6 21-65 0,-2-3-48 16,2 5-36-16,1 6 25 0,-1-5-60 15,-3-1-35-15,0-3-3 16,1-6-19-16,-1-2-91 0,-3-4 53 16,0-4-70-16,3-2-222 0,-3 0 109 15,0-2-30-15,0 0-50 0,0-2 252 16,0-3 27-16,0-7 22 16,0-7 13-16,0-6 29 0,0-7 78 15,3 2-30-15,4 1-3 0,3 4 43 16,2 5 41-16,5 0 85 0,-1 5 193 15,3 3-162-15,1 3-70 0,-1 4-36 16,0 2-8-16,-3 3-86 0,-3 2-84 16,-3 1 111-16,-3 0-114 0,-4 2 43 15,0-1-34-15,-3 1-9 16,0 5-129-16,0 3 126 0,-6 6-68 16,-4-2-233-16,-3-2 223 0,0-2-30 15,0-1-190-15,-3-2 171 0,0-1-29 16,3-2-181-16,0 0 135 15,0-4 18-15,7-1-68 0,-1 1 255 16,7-3 86-16,0 0 227 0,0 0-69 16,0 0-59-16,0 0 12 0,7 1 47 15,2 1-11-15,4 2-41 0,3 4-33 16,7 3-57-16,-7-1-96 0,3 2 84 16,-2-1-90-16,-1-2-31 15,0-2-12-15,0 3 27 0,3-4-342 16,1-1 204-16,-1 1-133 0,4-3-598 15,-7-1-117-15,-3-1-138 0</inkml:trace>
  <inkml:trace contextRef="#ctx0" brushRef="#br0" timeOffset="129462.36">20868 17463 793 0,'0'0'453'0,"0"0"45"16,0 0-225-16,0 0-23 0,0 0 182 16,0 0-177-16,0 0-22 0,0 0 57 15,0 0-74-15,0 0-68 16,-9-6-82-16,9 8 53 0,0 5-37 16,0 4-22-16,3 3 89 0,3 7-37 15,1 4-50-15,-1-1 74 0,1-3-136 16,-4-1 40-16,0-6-42 15,4-1 2-15,-1-3-285 0,0 2 145 16,4-6-101-16,0-3-503 0,0-3 77 16,-1-1-511-16</inkml:trace>
  <inkml:trace contextRef="#ctx0" brushRef="#br0" timeOffset="129803.32">21110 17455 1481 0,'0'0'325'0,"0"0"-52"0,0 0 193 15,-42 35-212-15,33-21-13 16,2 3 81-16,1-1-68 0,3 5-40 16,3-1 42-16,0-1-26 0,3 3-50 15,3-2-44-15,4-2 45 0,3-2-159 16,0-4 42-16,6-3-21 0,1-4-43 15,-1-2 9-15,0-3-9 16,4-3 0-16,0-4 18 0,-4-3 4 16,0-4-22-16,-2-1 49 0,-5-1-6 15,-2-1-43-15,0 0 58 16,-7-3-16-16,0 3-42 0,-3-3 49 16,-3 1-34-16,-10 1-15 0,0 0-241 15,-6-2 223-15,-4 6-89 0,1 1-253 16,5 3 208-16,5 6-63 0,5 0-345 15,7 4 312-15,0-1-46 0,0 1-590 16,7 0 121-16,2 3 85 0</inkml:trace>
  <inkml:trace contextRef="#ctx0" brushRef="#br0" timeOffset="130330.68">21511 17498 290 0,'0'0'1589'0,"0"0"-1245"16,32 35-27-16,-29-22 79 0,1 2-139 16,-4 2-37-16,0-1 27 0,0 0-67 15,0 2-58-15,0-6-68 16,0 2 44-16,-4-1-98 0,4-5 0 16,0 1 0-16,0-5 0 0,-3-1-57 15,3-2 57-15,0 0 0 0,0 0 2 16,0-1 55-16,-3-2-57 0,0-5-33 15,0-7 33-15,-1-6 0 0,1-8-82 16,-3-4 66-16,2-1-31 16,1 0-113-16,3 8 141 0,13 1 16 0,0 3-35 15,6 3 38-15,4 4 126 16,0 3 151-16,-1 4-6 0,1 3-58 16,-7 4-50-16,0 0 36 0,-3 6-110 15,-3-1-68-15,-4 3 89 0,-6 1-110 16,0 3 43-16,0 2-25 15,-6 0-18-15,-4 2-67 0,-3 1 46 16,7 0 21-16,-7 1-180 0,0-1 155 16,0 0 25-16,0 2-165 0,0-4 134 15,3 0 19-15,4-1-170 16,3-4 181-16,-1-3 1 0,4-1-13 0,0-3 13 16,4-1 34-16,2 1-9 15,1 3 92-15,6-2-40 0,3 3-62 16,3-4 111-16,4-2-126 0,-4-1 0 15,-6 0-12-15,3 0 12 0,-3-1-314 16,0-3 175-16,0-3-190 0,0 2-668 16,-3-1-7-16,-4 0-313 0</inkml:trace>
  <inkml:trace contextRef="#ctx0" brushRef="#br0" timeOffset="130505.11">21866 17469 238 0,'0'0'2160'0,"0"0"-1085"0,0 0-705 0,0 0-102 0,0 0 126 0,0 0-117 0,0 0-273 0,0 0 85 0,0 0-77 15,-6 52-12-15,3-27 3 16,3 0-3-16,0-2 0 0,3-5-227 16,0-4 134-16,3-1-124 0,1-4-555 15,6-3 83-15,-7-3-585 0</inkml:trace>
  <inkml:trace contextRef="#ctx0" brushRef="#br0" timeOffset="130711.14">22131 17470 159 0,'0'0'2438'0,"0"0"-2109"0,0 0-130 15,7 39 167-15,-11-17-62 0,1 1-119 16,0 0-59-16,0-4 36 15,-1 0-50-15,4-4-81 0,0-3 59 16,0-1-90-16,0-4-195 0,0-4 126 16,4-1-125-16,-4 0-472 0,3-2 73 15,0 0-446-15,0 0-568 16</inkml:trace>
  <inkml:trace contextRef="#ctx0" brushRef="#br0" timeOffset="131072.27">22060 17467 814 0,'0'0'1591'16,"0"0"-1356"-16,0 0 4 0,0 0 81 16,0 0-52-16,39-35-43 0,-20 33-24 15,-3 2-53-15,4 0-66 16,-4 4-76-16,3 0 122 0,-3 3-53 16,1 0-57-16,-1-1 131 0,-3 3-106 15,0-1-3-15,-1 0 16 0,-2 3-56 16,0 1 31-16,-4 2-28 15,-2 1-3-15,-1-2-37 0,-3 1 6 16,0 0 31-16,0 0-235 0,0-3 233 16,3-4-63-16,-3 1-94 0,0-4 156 15,3 0 3-15,-3-3-111 0,3-1 99 16,1 1 12-16,-1-1 0 16,7 0 15-16,-1 0-8 0,7-1 22 15,1-5 30-15,2 0-40 0,-3-1 12 16,0 1-62-16,-3 0 18 0,-6 1-383 15,-1-1 162-15,-3 4-114 0,-3 0-608 16,4 0-88-16,-4-4-51 0</inkml:trace>
  <inkml:trace contextRef="#ctx0" brushRef="#br0" timeOffset="131242.22">22328 17521 238 0,'0'0'688'16,"0"0"1172"-16,0 0-1436 15,45-10-74-15,-29 5-12 0,-3 0-159 16,4-5-154-16,-1 2 28 0,-3-1-55 16,0-1 2-16,-4 3-349 0,-2-1 106 15,-4 4-123-15,0 0-438 0,-3 0 288 16,0 1 12-16,3-1-415 0</inkml:trace>
  <inkml:trace contextRef="#ctx0" brushRef="#br0" timeOffset="131645.42">22483 17409 463 0,'0'0'929'16,"0"0"-442"-16,0 0-120 0,0 0 44 15,0 0-170-15,0 0-20 0,0 0 95 16,0 0-66-16,0 0-51 0,29-1 15 16,-16 12 10-16,0 3-109 0,3 4-59 15,-6 0 123-15,0 0-179 16,-7-2 67-16,3-4-67 0,-2-2 0 16,-4 0-150-16,0-5 134 0,0 1-18 15,0-3-183-15,0-1 155 0,0 1-84 16,0-1-207-16,0 0 255 15,3-2-41-15,-3-2-235 0,0-7 291 16,0-9 60-16,0-6-66 0,3-3-27 16,7 0 90-16,3 2 26 0,3 8 286 15,3 1-18-15,4 5 103 0,-4 4 7 16,-3 0-77-16,-3 6-97 16,-3 1-16-16,0 1-102 0,-7 3-65 15,0 2 90-15,-3 3-102 0,0 3 37 16,-3 4 48-16,0 2-94 0,-4-2-134 15,1 1 112-15,-1-3 22 0,4 3-104 16,-4-1 104-16,7 2 0 0,-3-1-30 16,3 1 30-16,3-2 0 0,4-2-31 15,-1-2 31-15,4 0 0 16,3-3-4-16,0-2 4 0,0-3 0 16,0 1-83-16,3-4 59 0,0-1-72 15,0 0-453-15,0-4 108 0,4 0-260 16,-7 0-1578-16</inkml:trace>
  <inkml:trace contextRef="#ctx0" brushRef="#br0" timeOffset="132606.76">20074 18093 791 0,'0'0'118'0,"0"0"1374"16,0 0-1124-16,0 0-124 0,0 0-32 15,0 0-21-15,0 0 2 0,0 0 44 16,9 48-55-16,-2-22-71 0,3 7-58 15,-4 4 87-15,-6-4-103 0,6-4 6 16,-2-2-18-16,-1-3-25 0,0 3-239 16,0-3 91-16,-3-4-166 0,4-8-749 15,-4-5-353-15</inkml:trace>
  <inkml:trace contextRef="#ctx0" brushRef="#br0" timeOffset="132791.36">20125 18288 2708 0,'0'0'222'16,"0"0"53"-16,39-24 63 0,-26 22-151 15,0 2-55-15,0 0-69 0,0 2 24 16,0 3-87-16,3-2-15 0,-6 0-20 16,6-2 26-16,-7 2-407 15,1-3 139-15,-3 0-175 0,-1 0-1039 16</inkml:trace>
  <inkml:trace contextRef="#ctx0" brushRef="#br0" timeOffset="132945.88">20335 18145 2242 0,'0'0'636'16,"0"0"-198"-16,0 0-257 0,13 37 22 15,-10-17 121-15,4 2-108 0,-1 0-144 16,1-2-32-16,-1 0-6 0,1-2-34 15,-1-5-208-15,-3-3 93 16,4-4-128-16,-1 0-539 0,-2-4-34 16,2-2-577-16</inkml:trace>
  <inkml:trace contextRef="#ctx0" brushRef="#br0" timeOffset="133180.49">20500 18207 1539 0,'0'0'750'16,"16"38"-488"-16,-6-17-75 0,0-1 25 16,-4-1-96-16,4-7-30 0,-1-1-79 15,1-5 47-15,0 0-54 16,-1-5 19-16,1-1 7 0,0-3 66 16,0-7 80-16,-1-3-71 0,4-3-101 15,-6 0-19-15,2-1 19 0,-5 2-98 16,2-2-297-16,-3 0 122 15,0 0-137-15,1 0-837 0,-4 5 125 16</inkml:trace>
  <inkml:trace contextRef="#ctx0" brushRef="#br0" timeOffset="133321.98">20739 18167 1495 0,'0'0'802'0,"0"0"-74"16,16 48-408-16,-16-27-28 0,3 1 51 15,-3-1-170-15,0-1-160 0,0 1 27 16,0-1-80-16,0 2 37 0,0-1-306 15,4-4 73-15,-1-3-165 0,-3-5-1214 16,3-2 13-16</inkml:trace>
  <inkml:trace contextRef="#ctx0" brushRef="#br0" timeOffset="133694.4">21033 18163 355 0,'0'0'2190'0,"0"0"-1855"16,0 0 11-16,0 0 152 15,0 0-190-15,0 0-60 0,0 0-65 16,0 0 2-16,-39 0-185 0,29 4 43 15,1 1-43-15,-4 3 0 0,3 5-94 16,-3 3 92-16,4 6 2 0,2 1-81 16,7 0 81-16,0-3 0 0,0-3 13 15,7-3-13-15,2 0 0 16,-2 0 31-16,2 2 0 0,1-2-31 16,0-2 61-16,-4-1-27 0,-3-1-34 15,4-5 46-15,-4 1-12 16,-3-3-34-16,3-1 34 0,-3 1-25 15,0-1-9-15,0-1-83 0,0-1 83 0,0 1-139 16,0-1-396-16,-3 0 151 16,3 0-371-16,-10-6-1974 0</inkml:trace>
  <inkml:trace contextRef="#ctx0" brushRef="#br0" timeOffset="134536.34">21466 18152 1843 0,'0'0'664'15,"0"0"-300"-15,0 0 88 0,0 0-214 16,0 0-58-16,0 0-44 0,0 0 33 16,0 0-43-16,0 0-39 0,6 10 59 15,1 1-59-15,-1 6-78 16,1 4 105-16,-1 5-114 0,1 0-102 16,-1-3 102-16,0-4-117 0,-2-7-333 15,-4-6 128-15,3-2-130 0,-3-2-725 16,3-1-235-16</inkml:trace>
  <inkml:trace contextRef="#ctx0" brushRef="#br0" timeOffset="134775.23">21492 18139 470 0,'0'0'1341'0,"0"0"-1049"15,0 0 171-15,45-18-224 16,-29 18-69-16,0 0-3 0,3 5-65 15,-2 2-35-15,2 0-7 0,-3 4 77 16,4 1-7-16,-4 4 59 0,-3 1-29 16,0 2-65-16,-4-2-66 0,-2 2 64 15,-1 0-93-15,-6-3 44 0,0 0-16 16,-3-2-28-16,-4 0-25 0,1-3 9 16,-7 3 16-16,0-3-223 15,3-2 129-15,1-3-85 0,-4 0-364 16,0-6 136-16,0-2-207 0,7-5-710 15</inkml:trace>
  <inkml:trace contextRef="#ctx0" brushRef="#br0" timeOffset="135047.51">21776 18160 304 0,'0'0'1384'0,"0"0"-1072"16,39-3 286-16,-30 6-295 0,1 1-98 15,-4 3 67-15,1 2-91 16,-1 2-61-16,1 5-41 0,-4 4 34 0,0-1-44 15,0 0-65-15,1-3 112 16,-1 0-28-16,-3-4-35 0,6-2 78 16,1-1-85-16,-1-3-27 0,4 1 80 15,0-3-99-15,3 1 52 0,0-5-15 16,-1 0-37-16,1-2-21 16,-3-2-16-16,-3 1 37 0,-1 0-282 15,-3-1 201-15,0 2-89 0,1-1-367 16,-4 0 158-16,0-3-197 0,3 2-834 15,-3-1 318-15</inkml:trace>
  <inkml:trace contextRef="#ctx0" brushRef="#br0" timeOffset="135588.13">21915 18240 814 0,'0'0'1238'0,"0"0"-759"16,0 0 106-16,0 0-320 0,0 0-14 16,0 0 64-16,45-18-111 0,-29 13-114 15,-3 0-65-15,-3 0 16 16,-1 1-41-16,-2-2-172 0,-4 4 107 15,0-1-71-15,1 1-220 0,-4-2 152 0,3 2-92 16,-3 1-287-16,0-2 240 16,0 1-163-16,0-3-322 0,-3 2 385 15,-1-1 143-15,1-1 228 0,0 1 72 16,0-1 183-16,-1 2 332 16,1 0-140-16,3-2 25 0,0 2 289 15,3 0-310-15,7 1-38 0,3 2 47 16,3 2-185-16,0 7-41 0,4 3 24 15,-7 3-19-15,-1-2-54 0,-2 0-94 16,-7-1 75-16,1-3-94 0,-1-2 24 16,0-2-24-16,-3-1 0 0,0 0-90 15,0-2 62-15,0-1 22 16,0 0-193-16,0 0 177 0,0-1-28 16,0 0 9-16,3-1 41 0,-3-3 0 15,4-9 28-15,-1-3 1 0,3-7 5 16,4-2-27-16,3 3 124 0,3 2 11 15,0 7 1-15,-3 8 52 16,0 5-50-16,-3 1-58 0,-1 7 94 16,-2 1-132-16,-4 4-10 0,0 4 41 15,-3 1-80-15,0-2-64 0,-3 2 39 16,3-2 25-16,-3-1-144 16,3 2 132-16,0-2 12 0,0-3-58 15,0 0 58-15,3 0 0 0,-3-3-71 16,7-1 68-16,2-2 3 0,1 1-108 15,0-3 65-15,-1-1 43 0,7-3-341 16,-3-4 99-16,4-2-237 0,-1-4-1101 16,-7 2-180-16</inkml:trace>
  <inkml:trace contextRef="#ctx0" brushRef="#br0" timeOffset="135956.81">22428 18104 199 0,'0'0'2100'0,"0"0"-1359"0,0 0-530 0,0 0-16 0,0 0 93 15,0 0-87-15,0 0-74 0,0 0-52 16,0 0 62-16,39 32-60 0,-26-17-71 16,-7 7 122-16,1 5-128 0,-4 0 61 15,0 0-39-15,1 0-22 16,-4-8-3-16,0 0 3 0,3-2 0 16,3-4-59-16,-3 1 57 0,4-4 2 15,-1-2-96-15,4-3 96 0,0-3 0 16,3-2-35-16,0-1 7 15,-4-7 28-15,1 1-290 0,3-3 107 16,-3-3-212-16,-4 0-799 0,1 2-62 16</inkml:trace>
  <inkml:trace contextRef="#ctx0" brushRef="#br0" timeOffset="136115.84">22570 18240 2680 0,'0'0'424'0,"0"0"-168"0,0 0 89 15,0 0-84-15,0 0-103 0,39 1-121 16,-23-1 45-16,-6-2-82 0,0-2-106 16,-4 0 62-16,-3 1-111 0,1 0-347 15,-4 0 135-15,3-1-203 16,-3 2-1031-16</inkml:trace>
  <inkml:trace contextRef="#ctx0" brushRef="#br0" timeOffset="136219.43">22574 18121 422 0,'0'0'1989'0,"0"0"-1531"16,0 0-70-16,0 0-74 0,0 0-124 16,3-34-80-16,16 27-100 0,4-2-20 15,-1 4 4-15,1 0-326 16,0 4-15-16,-7-1-392 0</inkml:trace>
  <inkml:trace contextRef="#ctx0" brushRef="#br0" timeOffset="136802.26">23084 18110 377 0,'0'0'1731'16,"35"-11"-1301"-16,-28 8-79 0,-4 2 123 15,0 1-195-15,1 0-55 0,-1 0-58 16,-3 0-24-16,3 0-55 0,0 5 34 15,-3 0 90-15,0 7-100 0,-6 5-108 16,-7 7 120-16,-6 4-123 0,-1 3 46 16,1-3-46-16,3-3 0 15,-1-7-181-15,8-1 181 0,-1-6-111 16,7-5-214-16,0-3 241 0,-1-1-83 16,4-2-326-16,-3 0 204 0,3-2-109 15,0-6 50-15,3-6 325 0,7-6 23 16,3-5 26-16,3-1 52 0,0 2 41 15,-3 2 78-15,3 8-40 16,-3 0 3-16,0 5 66 0,-3 4-58 16,3 2-10-16,-3 3 72 0,-1 6-13 15,1 0-28-15,0 7-22 16,3 2 43-16,-7 1-78 0,7 4-108 16,-3 2 129-16,-4 0-153 0,4-1 67 15,-4-4-67-15,1-1 0 0,-1-4-204 16,-3-5 179-16,1 0-104 0,-1-3-294 15,0 1 230-15,-3-2-171 0,0-1-762 16,0-1-115-16,0 2 73 0</inkml:trace>
  <inkml:trace contextRef="#ctx0" brushRef="#br0" timeOffset="136995.39">23074 18235 2206 0,'0'0'407'0,"0"0"-136"0,0 0 164 0,52-22-130 15,-29 18-81-15,2 2 0 0,4-1-49 16,0 1-135-16,-3-3 1 0,3 4-54 16,0-1 13-16,-3 1-272 0,0 0 143 15,0-2-117-15,0 0-313 0,0 1 54 16,-4 1-295-16,-6-1-833 0</inkml:trace>
  <inkml:trace contextRef="#ctx0" brushRef="#br0" timeOffset="137320.23">23449 18101 171 0,'0'0'2559'0,"0"0"-2248"0,0 0-33 16,0 0 113-16,0 0-159 15,0 0-74-15,0 0-86 0,0 0 56 16,35 18-73-16,-25-4-45 0,0 5 98 16,-4 5-83-16,1 6 9 0,-1-1 52 15,-3-2-21-15,4-6-56 0,-4-6 105 16,4-3-114-16,-1 0-6 0,0-3 6 16,4-2 0-16,0-2-105 15,0-4 62-15,-1-1 43 0,4-2-315 16,3-6 218-16,-3-1-80 0,0-6-333 15,0 2 144-15,-3-1-247 0,-4 2-1011 16</inkml:trace>
  <inkml:trace contextRef="#ctx0" brushRef="#br0" timeOffset="137519.71">23727 18111 1797 0,'0'0'710'0,"0"0"-227"15,0 0 34-15,0 0-226 0,0 0-90 16,0 0-66-16,0 0 31 15,0 0-166-15,0 0 68 0,-13 41-43 0,13-13-25 16,0 0 46-16,3 0-12 16,3-2-28-16,-2-7 44 0,5-3-7 15,-2-4-43-15,3-1-133 16,-1 0 130-16,1-3-87 0,3-3-354 0,0-1 128 16,0-3-194-16,3-1-935 15,-7-1 244-15</inkml:trace>
  <inkml:trace contextRef="#ctx0" brushRef="#br0" timeOffset="137817.42">23888 18116 36 0,'0'0'1696'0,"0"0"-944"0,0 0-403 15,0 0-99-15,0 0-7 16,0 0-8-16,0 0-112 0,3 41-50 16,1-20-73-16,-1 1 22 0,0 3 9 15,0-2-9-15,1-1-3 16,-4-5 54-16,3 2-51 0,0-5 6 16,0-1-19-16,7 1-9 0,-4-4-116 15,7-1 97-15,0-5 3 0,0-1-163 16,3-3 131-16,0-1-34 0,1-5-163 15,-1 1 79-15,0-6-142 0,-3 1-627 16,-4 1 164-16</inkml:trace>
  <inkml:trace contextRef="#ctx0" brushRef="#br0" timeOffset="138000.91">23995 18258 2532 0,'0'0'859'0,"0"0"-614"16,0 0-34-16,39 3 72 0,-27-3-93 16,-2-3-168-16,0-3 34 0,-4 4-112 15,-3 0 40-15,1-1-491 0,-1 0 191 16,-3 1-147-16,3-1-706 16,-3 0-5-16,0-7 477 0</inkml:trace>
  <inkml:trace contextRef="#ctx0" brushRef="#br0" timeOffset="138507.34">24046 18104 2085 0,'0'0'650'0,"0"0"-326"15,0 0-39-15,0 0-66 0,42-15-36 16,-25 15-72-16,-5 0-46 0,1 2-65 16,4 0-145-16,-1 5 66 0,-3-2-117 15,0 6-184-15,-4 0 233 16,4 2-59-16,-3 0-311 0,-4 5 193 0,4-1 48 15,-7 2 6-15,4-1 218 16,-4 0 23-16,-3 1-98 0,0-5 6 16,0-3-39-16,0-1-221 0,-3-5 381 15,3-2 49-15,-4-2 300 0,1 0-284 16,3-1 20-16,-3 0 432 0,0 0-65 16,0-5-89-16,-4-4 30 15,7-8-213-15,-6-5-16 0,6-4 31 16,0 0-43-16,0-2-50 0,6 5-17 15,7 6 54-15,-3 1-10 0,6 4 66 16,-3 2 42-16,0 5-49 0,3-1-46 16,-3 4 61-16,0 2-71 15,0 1-99-15,-4 3 138 0,1 0-171 16,-7-2 64-16,-3 0-64 0,3 4 0 16,1 2-46-16,-4 1 28 0,0 6 18 15,-4 0-174-15,-5-1 134 0,-1 2 34 16,4-4-297-16,-4 1 244 15,3-2-67-15,1-1-169 0,0-1 273 16,6-4-59-16,0-2-111 0,0 0 191 16,0 0 2-16,3 0 29 0,0 2 134 15,7 1-33-15,3-3-84 0,3-2 58 16,0-1-105-16,3-1-80 16,1-5 67-16,-4-2-127 0,0-1-531 15,-3 1 42-15,-3-1-489 0</inkml:trace>
  <inkml:trace contextRef="#ctx0" brushRef="#br0" timeOffset="138776.98">24583 18037 1692 0,'0'0'1310'0,"0"0"-819"0,0 0-234 0,0 0-78 15,-20 43-15-15,17-24-49 0,0-1-115 16,0 3-59-16,3-1 59 15,-4 3 0-15,4 0-48 0,0-2 48 16,0 2 0-16,7-5-32 0,-4-1 32 16,3-4 0-16,4-5-18 0,0-3 18 15,3-3 0-15,0-2 23 16,0 0 24-16,-1-2-47 0,1-4-101 0,0-2 35 16,-3-1-138-16,0-2-522 15,-4 1 62-15,-3 1-374 0</inkml:trace>
  <inkml:trace contextRef="#ctx0" brushRef="#br0" timeOffset="138948.23">24615 18184 212 0,'0'0'2691'0,"0"0"-2230"0,0 0-112 16,0 0 66-16,35-1-160 0,-22-4-100 15,-3-3-124-15,0-1 83 0,-1 0-114 16,1-1-219-16,-3 3 14 0,-4-1-247 15,-3 4-690-15,0 0 466 0,0 1-134 16</inkml:trace>
  <inkml:trace contextRef="#ctx0" brushRef="#br0" timeOffset="139352.29">24657 18072 1063 0,'0'0'1458'16,"0"0"-1027"-16,0 0-107 0,0 0-25 15,0 0-176-15,0 0-44 0,0 0-67 16,19-35 39-16,-3 30-51 0,4 0-145 15,-1 4 132-15,-3 1-98 0,0 1-315 16,1 5 189-16,-4 0 5 0,-1 5-107 16,-2 1 151-16,0 1 188 15,0 1 52-15,-4 0 287 0,-3 0 54 16,0 2 106-16,1-2-242 0,-4 0-68 16,0-2-67-16,0-4 7 0,0-3-91 15,0-1-10-15,0-1 18 0,-4 0-46 16,4 1-160-16,0-3 159 15,0 1-20-15,0-2-74 0,-3 1 95 16,3-1 1-16,0 0 18 0,-3-1 108 16,3-8-127-16,0-2 49 0,0-5-50 15,6-3 1-15,1-3 0 0,9 1 72 16,7 3 34-16,-1 3-1 0,1 8 133 16,3 3-103-16,-7 4-64 15,-3 5 106-15,0 1-116 0,-3 5-18 16,0 1 48-16,-3 4-91 0,-4-3 46 15,-2 3 0-15,-1 0-46 0,-3 0-83 16,-3 0 44-16,-1 0 39 0,-2-2-189 16,-1 2 158-16,-2-2 4 0,2-3-274 15,-6 0 202-15,4-5-173 16,2 0-648-16,-2-3-111 0,2-3-379 0</inkml:trace>
  <inkml:trace contextRef="#ctx0" brushRef="#br0" timeOffset="139677.03">25180 18059 1888 0,'0'0'755'0,"0"0"-376"0,0 0 30 15,0 0-67-15,0 0-62 0,0 0-158 16,0 0-38-16,0 0-56 0,0 0-12 15,0 0 111-15,-19 29-16 0,19-16-9 16,3 5 92-16,0 5-96 0,7 5-83 16,0-3 107-16,-1-2-122 15,-2-2-12-15,2-8 10 0,-5-3 2 16,2-3-144-16,-6-2 105 0,3-3 20 16,-3 1-270-16,4-1 258 0,-1-1-9 15,0 0-103-15,-3 0 140 0,3-1-71 16,4 0-208-16,-4 0 203 0,3 0-103 15,1-3-534-15,-4-3 117 16,4 1-164-16,-4 0-432 0</inkml:trace>
  <inkml:trace contextRef="#ctx0" brushRef="#br0" timeOffset="139896.6">25193 18149 1271 0,'0'0'1656'0,"0"0"-1266"0,32 9-113 16,-16-9-88-16,-3-1-44 15,0-4-73-15,-6 2 10 0,-1 1-82 16,-3-1-186-16,1 0 51 0,-1 0-150 16,-3 0-664-16,0-2 178 0,3 3-229 15</inkml:trace>
  <inkml:trace contextRef="#ctx0" brushRef="#br0" timeOffset="140021.94">25229 18047 1423 0,'0'0'1193'0,"0"0"-625"0,0 0 57 0,0 0-251 15,0 0-97-15,0 0-98 0,45-24-19 16,-26 22-136-16,1 0 26 16,2-1-11-16,1 1-39 0,6 0-295 15,0 1 135-15,0 1-114 0,3 0-559 16,4 0 147-16,-10 0-476 0</inkml:trace>
  <inkml:trace contextRef="#ctx0" brushRef="#br0" timeOffset="140321.63">25891 18019 85 0,'0'0'2358'15,"0"0"-1955"-15,35 46-85 0,-28-23 89 16,-1 2-119-16,-3 0-71 0,-3-2-52 15,0 0-53-15,0-4-112 0,0-4-255 16,0-1 72-16,-3-5-161 0,0-2-777 16,0-4-23-16,-4 0-70 0</inkml:trace>
  <inkml:trace contextRef="#ctx0" brushRef="#br0" timeOffset="140585.34">25910 18158 670 0,'0'0'999'15,"0"0"7"-15,42-31-269 0,-26 23-389 16,0 2-147-16,-3-5-157 0,3 1 0 16,1 1-44-16,-1-5-147 0,-3 2 74 15,-4-1-69-15,1 1-213 16,-4 3 186-16,-2 0-23 0,-4 6-91 0,3 1 283 16,-3 1 38-16,0-2 306 15,0 3-22-15,0 0 5 0,0 0 123 16,-3 2-171-16,3 3-102 0,-7 7-67 15,1 5 62-15,-1 7-123 0,1 4-9 16,3 3-6-16,-1-4-34 0,4-5-298 16,4-5 169-16,-1-6-150 15,10-4-602-15,-4 0 135 0,1-5-517 16</inkml:trace>
  <inkml:trace contextRef="#ctx0" brushRef="#br0" timeOffset="140916.04">26243 18182 936 0,'0'0'374'15,"0"0"-185"-15,0 0-11 16,0 0-178-16,0 0 0 0,0 0 188 16,16-37 7-16,-10 17-62 0,4-1 45 15,-4 0-133-15,4 2 10 0,-3-1 18 16,2 4 7-16,-2 8 20 0,-1 0 138 15,1 5-78-15,-4 1-35 0,0-1 117 16,-3 3-8-16,3 0 18 0,1 4 142 16,-1 2-156-16,0 8-118 15,-3 9-117-15,-3 7 135 0,-4 4-138 16,4-1 65-16,-3-2-41 0,-1-5-24 16,1-4-184-16,3-4 126 0,-4-1-124 15,4-5-367-15,-4-5 168 0,7-3-193 16,-3-4-819-16,3 0 621 0,0-1 16 15</inkml:trace>
  <inkml:trace contextRef="#ctx0" brushRef="#br0" timeOffset="141086.66">26359 18017 487 0,'0'0'707'0,"0"0"560"16,32-13-816-16,-19 17-179 0,-3 7 271 15,0 3-112-15,-1 6-101 0,1-1-108 16,0 2-26-16,-1 2-165 0,-2-4 36 15,3-1-43-15,-4 1-24 0,0-5-209 16,1 1 188-16,-1-7-99 0,1 1-313 16,-4-3 232-16,-3-5-120 15,3 1-546-15,-3-1-217 0,0-1-177 0</inkml:trace>
  <inkml:trace contextRef="#ctx0" brushRef="#br0" timeOffset="141276.81">26378 18115 1558 0,'0'0'2152'16,"0"0"-1687"-16,0 0-244 0,36 7-11 15,-20-5-13-15,3-1-99 0,1-1 0 16,-4 0-98-16,3-4-266 16,-2-1 189-16,-1 1-170 0,0-4-505 15,-3 3 313-15,3-2-77 0,-3 0-580 16,0 3 494-16,0-4 58 0</inkml:trace>
  <inkml:trace contextRef="#ctx0" brushRef="#br0" timeOffset="141721.38">26650 18071 760 0,'0'0'638'0,"0"0"16"0,0 0 256 16,0 0-539-16,29 40-60 0,-26-26-68 15,-3-3-96-15,3-1-147 16,-3-7-116-16,0 1 47 0,0 0-104 16,0-1-282-16,0-2 257 0,0 1-59 15,0 4-250-15,0-4 196 16,0 0 35-16,0-2-21 0,-3 0 193 15,0 0 49-15,0-9 55 0,-4 1 10 16,4-9-10-16,0-6-13 0,-1-4 9 16,4-6-9-16,4 0 13 0,2 7 215 15,7 6 348-15,0 10 403 16,0 8-455-16,3 2 0 0,-3 4 99 0,0 4-263 16,0 4-139-16,0-1-141 15,-4 1 143-15,-2 1-137 0,-1-1-24 16,1 0 20-16,-7-1-69 0,3-2-157 15,-3-1 135-15,0-2-32 0,-3-4-226 16,0 5 261-16,-1-3-33 0,-2 2-288 16,-1-3 253-16,4 2-61 0,0-3-219 15,0 0 237-15,-1 0-96 16,-2 1-343-16,0 1 498 0,2 0 71 16,-2-2 288-16,3 3-53 0,3-1 23 15,0 0 219-15,3 1-110 16,3 0-118-16,10 2-145 0,1 1 45 15,5-2-149-15,-2 2-97 0,2-3 94 16,-6 1-107-16,0-4-305 0,1 0 195 16,-4-1-233-16,-1 2-1126 0,-2-3-38 15</inkml:trace>
  <inkml:trace contextRef="#ctx0" brushRef="#br0" timeOffset="141817.62">27034 18258 2951 0,'0'0'645'0,"0"0"-374"0,0 0-108 0,0 0-121 16,0 0-42-16,0 0-864 0,0 0-370 0,0 0-473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EE301B-B488-462A-AF57-A789C15D0FF3}" type="datetimeFigureOut">
              <a:rPr lang="nb-NO" smtClean="0"/>
              <a:t>09.03.2026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B2471-4BD7-4935-8F73-DB6D9A39FA1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97923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B2471-4BD7-4935-8F73-DB6D9A39FA14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64305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B2471-4BD7-4935-8F73-DB6D9A39FA14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03067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customXml" Target="../ink/ink3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7B25B99E-D940-454C-8AC7-D1491EFD4676}"/>
              </a:ext>
            </a:extLst>
          </p:cNvPr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1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1119" y="1097280"/>
            <a:ext cx="6766559" cy="2246769"/>
          </a:xfrm>
        </p:spPr>
        <p:txBody>
          <a:bodyPr lIns="45720" rIns="45720">
            <a:spAutoFit/>
          </a:bodyPr>
          <a:lstStyle/>
          <a:p>
            <a:pPr>
              <a:buAutoNum type="arabicPeriod"/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nb-NO" sz="2000" dirty="0"/>
              <a:t>Introduksjon til fase 3</a:t>
            </a:r>
          </a:p>
          <a:p>
            <a:pPr>
              <a:buAutoNum type="arabicPeriod"/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nb-NO" sz="2000" dirty="0"/>
              <a:t>Nye KI-retningslinjer</a:t>
            </a:r>
          </a:p>
          <a:p>
            <a:pPr>
              <a:buAutoNum type="arabicPeriod"/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nb-NO" sz="2000" dirty="0"/>
              <a:t>Oppsett av utviklingsmiljøet</a:t>
            </a:r>
          </a:p>
          <a:p>
            <a:pPr>
              <a:buAutoNum type="arabicPeriod"/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nb-NO" sz="2000" dirty="0"/>
              <a:t>Generering av rapport og innhold</a:t>
            </a:r>
          </a:p>
          <a:p>
            <a:pPr>
              <a:buAutoNum type="arabicPeriod"/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nb-NO" sz="2000" dirty="0"/>
              <a:t>Data og modellering med KI</a:t>
            </a:r>
          </a:p>
          <a:p>
            <a:pPr>
              <a:buAutoNum type="arabicPeriod"/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nb-NO" sz="2000" dirty="0"/>
              <a:t>Resultater, diskusjon og konklusjon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1119" y="0"/>
            <a:ext cx="676655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LOG650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51119" y="365760"/>
            <a:ext cx="300063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2400" b="0" dirty="0">
                <a:solidFill>
                  <a:srgbClr val="FFFFFF"/>
                </a:solidFill>
                <a:latin typeface="Calibri"/>
              </a:rPr>
              <a:t>Fase 3: Gjennomføring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151119" y="914400"/>
            <a:ext cx="658367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8BF1C68-C88E-4384-ACCC-3F1A9A0A2E5F}"/>
              </a:ext>
            </a:extLst>
          </p:cNvPr>
          <p:cNvSpPr/>
          <p:nvPr/>
        </p:nvSpPr>
        <p:spPr>
          <a:xfrm>
            <a:off x="1803400" y="2159000"/>
            <a:ext cx="1270000" cy="1270000"/>
          </a:xfrm>
          <a:prstGeom prst="ellipse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nb-NO" sz="28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10" name="Sirkel: hul 9">
            <a:extLst>
              <a:ext uri="{FF2B5EF4-FFF2-40B4-BE49-F238E27FC236}">
                <a16:creationId xmlns:a16="http://schemas.microsoft.com/office/drawing/2014/main" id="{A2B2B686-4A8B-4293-819F-6B3287205A6B}"/>
              </a:ext>
            </a:extLst>
          </p:cNvPr>
          <p:cNvSpPr/>
          <p:nvPr/>
        </p:nvSpPr>
        <p:spPr>
          <a:xfrm>
            <a:off x="1612900" y="1968500"/>
            <a:ext cx="1651000" cy="1651000"/>
          </a:xfrm>
          <a:prstGeom prst="donut">
            <a:avLst/>
          </a:prstGeom>
          <a:solidFill>
            <a:srgbClr val="60A5FA">
              <a:alpha val="4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>
              <a:solidFill>
                <a:schemeClr val="tx1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C0CFB33-6B2F-4EC9-856E-095F6F46D6A2}"/>
              </a:ext>
            </a:extLst>
          </p:cNvPr>
          <p:cNvSpPr/>
          <p:nvPr/>
        </p:nvSpPr>
        <p:spPr>
          <a:xfrm>
            <a:off x="762000" y="1524000"/>
            <a:ext cx="457200" cy="457200"/>
          </a:xfrm>
          <a:prstGeom prst="ellipse">
            <a:avLst/>
          </a:prstGeom>
          <a:solidFill>
            <a:srgbClr val="10B98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C709F4C5-D7C9-42FD-922B-3A737FF9B23E}"/>
              </a:ext>
            </a:extLst>
          </p:cNvPr>
          <p:cNvSpPr/>
          <p:nvPr/>
        </p:nvSpPr>
        <p:spPr>
          <a:xfrm>
            <a:off x="3429000" y="1524000"/>
            <a:ext cx="457200" cy="457200"/>
          </a:xfrm>
          <a:prstGeom prst="ellipse">
            <a:avLst/>
          </a:prstGeom>
          <a:solidFill>
            <a:srgbClr val="F59E0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59A08DC-E893-4C78-BF6C-C1D8E1C804B4}"/>
              </a:ext>
            </a:extLst>
          </p:cNvPr>
          <p:cNvSpPr/>
          <p:nvPr/>
        </p:nvSpPr>
        <p:spPr>
          <a:xfrm>
            <a:off x="508000" y="3556000"/>
            <a:ext cx="457200" cy="457200"/>
          </a:xfrm>
          <a:prstGeom prst="ellipse">
            <a:avLst/>
          </a:prstGeom>
          <a:solidFill>
            <a:srgbClr val="8B5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05CD6FC-A4A1-42A2-B7AA-A5294C6E025E}"/>
              </a:ext>
            </a:extLst>
          </p:cNvPr>
          <p:cNvSpPr/>
          <p:nvPr/>
        </p:nvSpPr>
        <p:spPr>
          <a:xfrm>
            <a:off x="3683000" y="3556000"/>
            <a:ext cx="457200" cy="457200"/>
          </a:xfrm>
          <a:prstGeom prst="ellipse">
            <a:avLst/>
          </a:prstGeom>
          <a:solidFill>
            <a:srgbClr val="EF444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85C77084-3626-4886-B0F8-E7E7BD166785}"/>
              </a:ext>
            </a:extLst>
          </p:cNvPr>
          <p:cNvSpPr/>
          <p:nvPr/>
        </p:nvSpPr>
        <p:spPr>
          <a:xfrm>
            <a:off x="2159000" y="762000"/>
            <a:ext cx="457200" cy="457200"/>
          </a:xfrm>
          <a:prstGeom prst="ellipse">
            <a:avLst/>
          </a:prstGeom>
          <a:solidFill>
            <a:srgbClr val="06B6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1018E478-4AA5-48EC-9942-A2125ADCDAF4}"/>
              </a:ext>
            </a:extLst>
          </p:cNvPr>
          <p:cNvSpPr/>
          <p:nvPr/>
        </p:nvSpPr>
        <p:spPr>
          <a:xfrm>
            <a:off x="2159000" y="4318000"/>
            <a:ext cx="457200" cy="457200"/>
          </a:xfrm>
          <a:prstGeom prst="ellipse">
            <a:avLst/>
          </a:prstGeom>
          <a:solidFill>
            <a:srgbClr val="EC489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6643D168-33FC-4E23-8A83-E9714531D24A}"/>
              </a:ext>
            </a:extLst>
          </p:cNvPr>
          <p:cNvSpPr/>
          <p:nvPr/>
        </p:nvSpPr>
        <p:spPr>
          <a:xfrm>
            <a:off x="355600" y="3683000"/>
            <a:ext cx="558800" cy="279400"/>
          </a:xfrm>
          <a:prstGeom prst="rect">
            <a:avLst/>
          </a:prstGeom>
          <a:solidFill>
            <a:srgbClr val="FFFFFF">
              <a:alpha val="85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8" name="Kube 17">
            <a:extLst>
              <a:ext uri="{FF2B5EF4-FFF2-40B4-BE49-F238E27FC236}">
                <a16:creationId xmlns:a16="http://schemas.microsoft.com/office/drawing/2014/main" id="{61F0B4C9-1631-4ABD-BC13-460DBD83D9D9}"/>
              </a:ext>
            </a:extLst>
          </p:cNvPr>
          <p:cNvSpPr/>
          <p:nvPr/>
        </p:nvSpPr>
        <p:spPr>
          <a:xfrm>
            <a:off x="3492500" y="1587500"/>
            <a:ext cx="381000" cy="355600"/>
          </a:xfrm>
          <a:prstGeom prst="cube">
            <a:avLst/>
          </a:prstGeom>
          <a:solidFill>
            <a:srgbClr val="FFFFFF">
              <a:alpha val="85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9" name="Rektangel 18">
            <a:extLst>
              <a:ext uri="{FF2B5EF4-FFF2-40B4-BE49-F238E27FC236}">
                <a16:creationId xmlns:a16="http://schemas.microsoft.com/office/drawing/2014/main" id="{B0B51C08-5086-47CD-996C-4271F4AAF6EA}"/>
              </a:ext>
            </a:extLst>
          </p:cNvPr>
          <p:cNvSpPr/>
          <p:nvPr/>
        </p:nvSpPr>
        <p:spPr>
          <a:xfrm>
            <a:off x="1143000" y="1739900"/>
            <a:ext cx="1143000" cy="254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B7A976CE-ED42-41C2-BDE5-CCF23B592594}"/>
              </a:ext>
            </a:extLst>
          </p:cNvPr>
          <p:cNvSpPr/>
          <p:nvPr/>
        </p:nvSpPr>
        <p:spPr>
          <a:xfrm>
            <a:off x="2667000" y="1739900"/>
            <a:ext cx="1079500" cy="254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1" name="Rektangel 20">
            <a:extLst>
              <a:ext uri="{FF2B5EF4-FFF2-40B4-BE49-F238E27FC236}">
                <a16:creationId xmlns:a16="http://schemas.microsoft.com/office/drawing/2014/main" id="{B21FC478-E732-405D-AFEA-881B2FBE4C8F}"/>
              </a:ext>
            </a:extLst>
          </p:cNvPr>
          <p:cNvSpPr/>
          <p:nvPr/>
        </p:nvSpPr>
        <p:spPr>
          <a:xfrm>
            <a:off x="2425700" y="1143000"/>
            <a:ext cx="25400" cy="11430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2" name="Rektangel 21">
            <a:extLst>
              <a:ext uri="{FF2B5EF4-FFF2-40B4-BE49-F238E27FC236}">
                <a16:creationId xmlns:a16="http://schemas.microsoft.com/office/drawing/2014/main" id="{8AFD122F-1054-48A9-9DAF-62D406134991}"/>
              </a:ext>
            </a:extLst>
          </p:cNvPr>
          <p:cNvSpPr/>
          <p:nvPr/>
        </p:nvSpPr>
        <p:spPr>
          <a:xfrm>
            <a:off x="2425700" y="3365500"/>
            <a:ext cx="25400" cy="10795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3" name="Rektangel 22">
            <a:extLst>
              <a:ext uri="{FF2B5EF4-FFF2-40B4-BE49-F238E27FC236}">
                <a16:creationId xmlns:a16="http://schemas.microsoft.com/office/drawing/2014/main" id="{96A6CD89-5EF6-4B40-B6B2-9E23195A8941}"/>
              </a:ext>
            </a:extLst>
          </p:cNvPr>
          <p:cNvSpPr/>
          <p:nvPr/>
        </p:nvSpPr>
        <p:spPr>
          <a:xfrm>
            <a:off x="1079500" y="1968500"/>
            <a:ext cx="889000" cy="254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4" name="Rektangel 23">
            <a:extLst>
              <a:ext uri="{FF2B5EF4-FFF2-40B4-BE49-F238E27FC236}">
                <a16:creationId xmlns:a16="http://schemas.microsoft.com/office/drawing/2014/main" id="{47B5A8A5-2429-4A40-88A3-489492E56E6D}"/>
              </a:ext>
            </a:extLst>
          </p:cNvPr>
          <p:cNvSpPr/>
          <p:nvPr/>
        </p:nvSpPr>
        <p:spPr>
          <a:xfrm>
            <a:off x="2921000" y="1968500"/>
            <a:ext cx="889000" cy="254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5" name="Rektangel 24">
            <a:extLst>
              <a:ext uri="{FF2B5EF4-FFF2-40B4-BE49-F238E27FC236}">
                <a16:creationId xmlns:a16="http://schemas.microsoft.com/office/drawing/2014/main" id="{A34C88A7-7C82-4E49-A8A9-E3B7945B7520}"/>
              </a:ext>
            </a:extLst>
          </p:cNvPr>
          <p:cNvSpPr/>
          <p:nvPr/>
        </p:nvSpPr>
        <p:spPr>
          <a:xfrm>
            <a:off x="1079500" y="3619500"/>
            <a:ext cx="889000" cy="254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6" name="Rektangel 25">
            <a:extLst>
              <a:ext uri="{FF2B5EF4-FFF2-40B4-BE49-F238E27FC236}">
                <a16:creationId xmlns:a16="http://schemas.microsoft.com/office/drawing/2014/main" id="{806AFDD7-E20B-4FF9-951E-A34B7AF0F3B9}"/>
              </a:ext>
            </a:extLst>
          </p:cNvPr>
          <p:cNvSpPr/>
          <p:nvPr/>
        </p:nvSpPr>
        <p:spPr>
          <a:xfrm>
            <a:off x="2921000" y="3619500"/>
            <a:ext cx="889000" cy="254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7" name="TekstSylinder 26">
            <a:extLst>
              <a:ext uri="{FF2B5EF4-FFF2-40B4-BE49-F238E27FC236}">
                <a16:creationId xmlns:a16="http://schemas.microsoft.com/office/drawing/2014/main" id="{DD48B70A-2012-46FA-B84F-3F2F892659FB}"/>
              </a:ext>
            </a:extLst>
          </p:cNvPr>
          <p:cNvSpPr txBox="1"/>
          <p:nvPr/>
        </p:nvSpPr>
        <p:spPr>
          <a:xfrm>
            <a:off x="635000" y="5461000"/>
            <a:ext cx="3606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b-NO" sz="2200" b="1">
                <a:solidFill>
                  <a:srgbClr val="FFFFFF"/>
                </a:solidFill>
              </a:rPr>
              <a:t>Logistikk &amp; AI</a:t>
            </a:r>
          </a:p>
        </p:txBody>
      </p:sp>
      <p:sp>
        <p:nvSpPr>
          <p:cNvPr id="28" name="TekstSylinder 27">
            <a:extLst>
              <a:ext uri="{FF2B5EF4-FFF2-40B4-BE49-F238E27FC236}">
                <a16:creationId xmlns:a16="http://schemas.microsoft.com/office/drawing/2014/main" id="{54C64632-1320-4858-9E8A-5BA67D89ACE5}"/>
              </a:ext>
            </a:extLst>
          </p:cNvPr>
          <p:cNvSpPr txBox="1"/>
          <p:nvPr/>
        </p:nvSpPr>
        <p:spPr>
          <a:xfrm>
            <a:off x="635000" y="5969000"/>
            <a:ext cx="3606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b-NO" sz="1600">
                <a:solidFill>
                  <a:srgbClr val="CBD5E1"/>
                </a:solidFill>
              </a:rPr>
              <a:t>Forskningsprosjekt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F06B7291-9C57-4877-9A6E-AD4596657C02}"/>
              </a:ext>
            </a:extLst>
          </p:cNvPr>
          <p:cNvSpPr/>
          <p:nvPr/>
        </p:nvSpPr>
        <p:spPr>
          <a:xfrm>
            <a:off x="381000" y="1016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13638235-D514-4C24-9454-A13F30C92B8E}"/>
              </a:ext>
            </a:extLst>
          </p:cNvPr>
          <p:cNvSpPr/>
          <p:nvPr/>
        </p:nvSpPr>
        <p:spPr>
          <a:xfrm>
            <a:off x="4318000" y="762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2C93CF15-C84D-4185-B4E5-3CC694B8D7E5}"/>
              </a:ext>
            </a:extLst>
          </p:cNvPr>
          <p:cNvSpPr/>
          <p:nvPr/>
        </p:nvSpPr>
        <p:spPr>
          <a:xfrm>
            <a:off x="4445000" y="5080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A43BD2D2-0978-4469-847B-0929DB864290}"/>
              </a:ext>
            </a:extLst>
          </p:cNvPr>
          <p:cNvSpPr/>
          <p:nvPr/>
        </p:nvSpPr>
        <p:spPr>
          <a:xfrm>
            <a:off x="254000" y="5334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E1D087C9-EBB3-4DB6-B092-0D937571FBFC}"/>
              </a:ext>
            </a:extLst>
          </p:cNvPr>
          <p:cNvSpPr/>
          <p:nvPr/>
        </p:nvSpPr>
        <p:spPr>
          <a:xfrm>
            <a:off x="1905000" y="6350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439BD603-CDF8-4255-84BF-C87BDA3E9CD4}"/>
              </a:ext>
            </a:extLst>
          </p:cNvPr>
          <p:cNvSpPr/>
          <p:nvPr/>
        </p:nvSpPr>
        <p:spPr>
          <a:xfrm>
            <a:off x="3810000" y="2413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E441E4D4-DA1D-4338-8D37-FC2883A25F17}"/>
              </a:ext>
            </a:extLst>
          </p:cNvPr>
          <p:cNvSpPr/>
          <p:nvPr/>
        </p:nvSpPr>
        <p:spPr>
          <a:xfrm>
            <a:off x="1016000" y="2540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3CCCDF97-9F93-44E4-9384-42762C12D036}"/>
              </a:ext>
            </a:extLst>
          </p:cNvPr>
          <p:cNvSpPr/>
          <p:nvPr/>
        </p:nvSpPr>
        <p:spPr>
          <a:xfrm>
            <a:off x="3937000" y="4699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E814D4B7-3A02-4E08-A34E-9E6A99604576}"/>
              </a:ext>
            </a:extLst>
          </p:cNvPr>
          <p:cNvSpPr/>
          <p:nvPr/>
        </p:nvSpPr>
        <p:spPr>
          <a:xfrm>
            <a:off x="762000" y="4826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52167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48640"/>
            <a:ext cx="1219199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53599" y="0"/>
            <a:ext cx="24383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5760" y="822960"/>
            <a:ext cx="9022079" cy="5488682"/>
          </a:xfrm>
        </p:spPr>
        <p:txBody>
          <a:bodyPr lIns="45720" rIns="45720">
            <a:spAutoFit/>
          </a:bodyPr>
          <a:lstStyle/>
          <a:p>
            <a:pPr marL="457200" indent="-457200">
              <a:buFont typeface="+mj-lt"/>
              <a:buAutoNum type="arabicPeriod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Vi har gjennomført følgende frem til nå:</a:t>
            </a:r>
          </a:p>
          <a:p>
            <a:pPr marL="857250" lvl="1" indent="-457200">
              <a:buFont typeface="+mj-lt"/>
              <a:buAutoNum type="arabicPeriod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Fase 1: </a:t>
            </a:r>
            <a:r>
              <a:rPr lang="nb-NO" dirty="0" err="1"/>
              <a:t>proposal</a:t>
            </a:r>
            <a:endParaRPr lang="nb-NO" dirty="0"/>
          </a:p>
          <a:p>
            <a:pPr marL="857250" lvl="1" indent="-457200">
              <a:buFont typeface="+mj-lt"/>
              <a:buAutoNum type="arabicPeriod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Fase 2: Prosjektplan + </a:t>
            </a:r>
            <a:r>
              <a:rPr lang="nb-NO" dirty="0" err="1"/>
              <a:t>gantt</a:t>
            </a:r>
            <a:r>
              <a:rPr lang="nb-NO" dirty="0"/>
              <a:t> (MS Project)</a:t>
            </a:r>
          </a:p>
          <a:p>
            <a:pPr marL="457200" indent="-457200">
              <a:buFont typeface="+mj-lt"/>
              <a:buAutoNum type="arabicPeriod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Vi skal nå gjennomføre planen med </a:t>
            </a:r>
            <a:r>
              <a:rPr lang="nb-NO" dirty="0" err="1"/>
              <a:t>tracking</a:t>
            </a:r>
            <a:r>
              <a:rPr lang="nb-NO" dirty="0"/>
              <a:t> av prosjektet (scenario):</a:t>
            </a:r>
          </a:p>
          <a:p>
            <a:pPr marL="457200" indent="-457200">
              <a:buFont typeface="+mj-lt"/>
              <a:buAutoNum type="arabicPeriod"/>
              <a:defRPr sz="2000">
                <a:solidFill>
                  <a:srgbClr val="FFFFFF"/>
                </a:solidFill>
                <a:latin typeface="Calibri"/>
              </a:defRPr>
            </a:pPr>
            <a:endParaRPr lang="nb-NO" dirty="0"/>
          </a:p>
          <a:p>
            <a:pPr lvl="1">
              <a:spcBef>
                <a:spcPts val="400"/>
              </a:spcBef>
              <a:buNone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800" b="1" dirty="0">
                <a:solidFill>
                  <a:srgbClr val="FFD700"/>
                </a:solidFill>
                <a:latin typeface="Calibri"/>
              </a:rPr>
              <a:t>Fase 3: Gjennomføring (9. </a:t>
            </a:r>
            <a:r>
              <a:rPr lang="nb-NO" sz="1800" b="1" dirty="0" err="1">
                <a:solidFill>
                  <a:srgbClr val="FFD700"/>
                </a:solidFill>
                <a:latin typeface="Calibri"/>
              </a:rPr>
              <a:t>mar</a:t>
            </a:r>
            <a:r>
              <a:rPr lang="nb-NO" sz="1800" b="1" dirty="0">
                <a:solidFill>
                  <a:srgbClr val="FFD700"/>
                </a:solidFill>
                <a:latin typeface="Calibri"/>
              </a:rPr>
              <a:t> – 27. </a:t>
            </a:r>
            <a:r>
              <a:rPr lang="nb-NO" sz="1800" b="1" dirty="0" err="1">
                <a:solidFill>
                  <a:srgbClr val="FFD700"/>
                </a:solidFill>
                <a:latin typeface="Calibri"/>
              </a:rPr>
              <a:t>apr</a:t>
            </a:r>
            <a:r>
              <a:rPr lang="nb-NO" sz="1800" b="1" dirty="0">
                <a:solidFill>
                  <a:srgbClr val="FFD700"/>
                </a:solidFill>
                <a:latin typeface="Calibri"/>
              </a:rPr>
              <a:t>)</a:t>
            </a:r>
          </a:p>
          <a:p>
            <a:pPr lvl="1">
              <a:spcBef>
                <a:spcPts val="0"/>
              </a:spcBef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Introduksjon + problemstilling – første utkast</a:t>
            </a:r>
          </a:p>
          <a:p>
            <a:pPr lvl="1">
              <a:spcBef>
                <a:spcPts val="0"/>
              </a:spcBef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Teori og litteratursøk</a:t>
            </a:r>
          </a:p>
          <a:p>
            <a:pPr lvl="1">
              <a:spcBef>
                <a:spcPts val="0"/>
              </a:spcBef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Casebeskrivelse og datainnsamling</a:t>
            </a:r>
          </a:p>
          <a:p>
            <a:pPr lvl="1">
              <a:spcBef>
                <a:spcPts val="0"/>
              </a:spcBef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Data/metode og modellering (KI-implementasjon)</a:t>
            </a:r>
          </a:p>
          <a:p>
            <a:pPr lvl="1">
              <a:spcBef>
                <a:spcPts val="0"/>
              </a:spcBef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Analyse og resultater – kjøre modeller, dokumentere funn</a:t>
            </a:r>
          </a:p>
          <a:p>
            <a:pPr lvl="1">
              <a:spcBef>
                <a:spcPts val="0"/>
              </a:spcBef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Diskusjon – tolke funn mot teori</a:t>
            </a:r>
          </a:p>
          <a:p>
            <a:pPr lvl="1">
              <a:spcBef>
                <a:spcPts val="0"/>
              </a:spcBef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Peer-to-peer </a:t>
            </a:r>
            <a:r>
              <a:rPr lang="nb-NO" sz="1400" dirty="0" err="1">
                <a:solidFill>
                  <a:srgbClr val="CBD5E1"/>
                </a:solidFill>
                <a:latin typeface="Calibri"/>
              </a:rPr>
              <a:t>review</a:t>
            </a:r>
            <a:r>
              <a:rPr lang="nb-NO" sz="1400" dirty="0">
                <a:solidFill>
                  <a:srgbClr val="CBD5E1"/>
                </a:solidFill>
                <a:latin typeface="Calibri"/>
              </a:rPr>
              <a:t> av annen gruppes utkast</a:t>
            </a:r>
          </a:p>
          <a:p>
            <a:pPr lvl="1">
              <a:spcBef>
                <a:spcPts val="0"/>
              </a:spcBef>
              <a:buFont typeface="Arial"/>
              <a:buChar char="◆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b="1" dirty="0">
                <a:solidFill>
                  <a:srgbClr val="F59E0B"/>
                </a:solidFill>
                <a:latin typeface="Calibri"/>
              </a:rPr>
              <a:t>Milepæl: Godkjent </a:t>
            </a:r>
            <a:r>
              <a:rPr lang="nb-NO" sz="1400" b="1" dirty="0" err="1">
                <a:solidFill>
                  <a:srgbClr val="F59E0B"/>
                </a:solidFill>
                <a:latin typeface="Calibri"/>
              </a:rPr>
              <a:t>hovedutkast</a:t>
            </a:r>
            <a:r>
              <a:rPr lang="nb-NO" sz="1400" b="1" dirty="0">
                <a:solidFill>
                  <a:srgbClr val="F59E0B"/>
                </a:solidFill>
                <a:latin typeface="Calibri"/>
              </a:rPr>
              <a:t> + peer </a:t>
            </a:r>
            <a:r>
              <a:rPr lang="nb-NO" sz="1400" b="1" dirty="0" err="1">
                <a:solidFill>
                  <a:srgbClr val="F59E0B"/>
                </a:solidFill>
                <a:latin typeface="Calibri"/>
              </a:rPr>
              <a:t>review</a:t>
            </a:r>
            <a:endParaRPr lang="nb-NO" sz="1400" b="1" dirty="0">
              <a:solidFill>
                <a:srgbClr val="F59E0B"/>
              </a:solidFill>
              <a:latin typeface="Calibri"/>
            </a:endParaRPr>
          </a:p>
          <a:p>
            <a:pPr lvl="1">
              <a:spcBef>
                <a:spcPts val="400"/>
              </a:spcBef>
              <a:buNone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800" b="1" dirty="0">
                <a:solidFill>
                  <a:srgbClr val="FFD700"/>
                </a:solidFill>
                <a:latin typeface="Calibri"/>
              </a:rPr>
              <a:t>Fase 4: Avslutning (27. </a:t>
            </a:r>
            <a:r>
              <a:rPr lang="nb-NO" sz="1800" b="1" dirty="0" err="1">
                <a:solidFill>
                  <a:srgbClr val="FFD700"/>
                </a:solidFill>
                <a:latin typeface="Calibri"/>
              </a:rPr>
              <a:t>apr</a:t>
            </a:r>
            <a:r>
              <a:rPr lang="nb-NO" sz="1800" b="1" dirty="0">
                <a:solidFill>
                  <a:srgbClr val="FFD700"/>
                </a:solidFill>
                <a:latin typeface="Calibri"/>
              </a:rPr>
              <a:t> – 31. mai)</a:t>
            </a:r>
          </a:p>
          <a:p>
            <a:pPr lvl="1">
              <a:spcBef>
                <a:spcPts val="0"/>
              </a:spcBef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Konklusjon – besvar problemstillingen eksplisitt</a:t>
            </a:r>
          </a:p>
          <a:p>
            <a:pPr lvl="1">
              <a:spcBef>
                <a:spcPts val="0"/>
              </a:spcBef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Introduksjon ferdigstilles (skrives til slutt!)</a:t>
            </a:r>
          </a:p>
          <a:p>
            <a:pPr lvl="1">
              <a:spcBef>
                <a:spcPts val="0"/>
              </a:spcBef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Kvalitetssikring, korrektur, referanseliste</a:t>
            </a:r>
          </a:p>
          <a:p>
            <a:pPr lvl="1">
              <a:spcBef>
                <a:spcPts val="0"/>
              </a:spcBef>
              <a:buFont typeface="Arial"/>
              <a:buChar char="◆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b="1" dirty="0">
                <a:solidFill>
                  <a:srgbClr val="F59E0B"/>
                </a:solidFill>
                <a:latin typeface="Calibri"/>
              </a:rPr>
              <a:t>Milepæl: Muntlig presentasjon + innlevert rapport</a:t>
            </a:r>
            <a:endParaRPr lang="nb-NO" dirty="0"/>
          </a:p>
          <a:p>
            <a:pPr marL="457200" indent="-457200">
              <a:buFont typeface="+mj-lt"/>
              <a:buAutoNum type="arabicPeriod"/>
              <a:defRPr sz="2000">
                <a:solidFill>
                  <a:srgbClr val="FFFFFF"/>
                </a:solidFill>
                <a:latin typeface="Calibri"/>
              </a:defRPr>
            </a:pPr>
            <a:endParaRPr lang="nb-NO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45039" y="411480"/>
            <a:ext cx="2255519" cy="6263640"/>
          </a:xfrm>
        </p:spPr>
        <p:txBody>
          <a:bodyPr lIns="45720" rIns="45720"/>
          <a:lstStyle/>
          <a:p>
            <a:pPr>
              <a:buAutoNum type="arabicPeriod"/>
              <a:defRPr sz="1000">
                <a:solidFill>
                  <a:srgbClr val="FFD700"/>
                </a:solidFill>
                <a:latin typeface="Calibri"/>
              </a:defRPr>
            </a:pPr>
            <a:r>
              <a:rPr lang="nb-NO"/>
              <a:t>Introduksjon til fase 3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Nye KI-retningslinjer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Oppsett av utviklingsmiljøet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Generering av rapport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Data og modellering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Resultater og diskusjon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732841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3200" b="1">
                <a:solidFill>
                  <a:srgbClr val="FFFFFF"/>
                </a:solidFill>
                <a:latin typeface="Calibri"/>
              </a:rPr>
              <a:t>Introduksjon til fase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599" y="0"/>
            <a:ext cx="243839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599" y="182880"/>
            <a:ext cx="24383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Fase 3: Gjennomføring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Håndskrift 1">
                <a:extLst>
                  <a:ext uri="{FF2B5EF4-FFF2-40B4-BE49-F238E27FC236}">
                    <a16:creationId xmlns:a16="http://schemas.microsoft.com/office/drawing/2014/main" id="{D2BEF174-3C11-809C-0604-31298300515F}"/>
                  </a:ext>
                </a:extLst>
              </p14:cNvPr>
              <p14:cNvContentPartPr/>
              <p14:nvPr/>
            </p14:nvContentPartPr>
            <p14:xfrm>
              <a:off x="1886040" y="1559160"/>
              <a:ext cx="10077840" cy="5147280"/>
            </p14:xfrm>
          </p:contentPart>
        </mc:Choice>
        <mc:Fallback>
          <p:pic>
            <p:nvPicPr>
              <p:cNvPr id="2" name="Håndskrift 1">
                <a:extLst>
                  <a:ext uri="{FF2B5EF4-FFF2-40B4-BE49-F238E27FC236}">
                    <a16:creationId xmlns:a16="http://schemas.microsoft.com/office/drawing/2014/main" id="{D2BEF174-3C11-809C-0604-3129830051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76680" y="1549800"/>
                <a:ext cx="10096560" cy="516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5929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48640"/>
            <a:ext cx="1219199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53599" y="0"/>
            <a:ext cx="24383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5760" y="822960"/>
            <a:ext cx="9022079" cy="3901068"/>
          </a:xfrm>
        </p:spPr>
        <p:txBody>
          <a:bodyPr lIns="45720" rIns="4572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800" b="1" dirty="0">
                <a:solidFill>
                  <a:srgbClr val="FFD700"/>
                </a:solidFill>
                <a:latin typeface="Calibri"/>
              </a:rPr>
              <a:t>5 hovedregler for bruk av KI</a:t>
            </a:r>
          </a:p>
          <a:p>
            <a:pPr>
              <a:spcBef>
                <a:spcPts val="0"/>
              </a:spcBef>
              <a:spcAft>
                <a:spcPts val="10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500" b="1" dirty="0">
                <a:solidFill>
                  <a:srgbClr val="FFFFFF"/>
                </a:solidFill>
                <a:latin typeface="Calibri"/>
              </a:rPr>
              <a:t>KI er tillatt</a:t>
            </a:r>
            <a:r>
              <a:rPr lang="nb-NO" sz="1500" dirty="0">
                <a:solidFill>
                  <a:srgbClr val="CBD5E1"/>
                </a:solidFill>
                <a:latin typeface="Calibri"/>
              </a:rPr>
              <a:t> – men du må oppgi hvor og hvordan det ble brukt</a:t>
            </a:r>
          </a:p>
          <a:p>
            <a:pPr>
              <a:spcBef>
                <a:spcPts val="0"/>
              </a:spcBef>
              <a:spcAft>
                <a:spcPts val="10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500" b="1" dirty="0">
                <a:solidFill>
                  <a:srgbClr val="FFFFFF"/>
                </a:solidFill>
                <a:latin typeface="Calibri"/>
              </a:rPr>
              <a:t>Du er ansvarlig</a:t>
            </a:r>
            <a:r>
              <a:rPr lang="nb-NO" sz="1500" dirty="0">
                <a:solidFill>
                  <a:srgbClr val="CBD5E1"/>
                </a:solidFill>
                <a:latin typeface="Calibri"/>
              </a:rPr>
              <a:t> – alt innlevert arbeid må være ditt eget</a:t>
            </a:r>
          </a:p>
          <a:p>
            <a:pPr>
              <a:spcBef>
                <a:spcPts val="0"/>
              </a:spcBef>
              <a:spcAft>
                <a:spcPts val="10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500" b="1" dirty="0">
                <a:solidFill>
                  <a:srgbClr val="FFFFFF"/>
                </a:solidFill>
                <a:latin typeface="Calibri"/>
              </a:rPr>
              <a:t>Vær kritisk</a:t>
            </a:r>
            <a:r>
              <a:rPr lang="nb-NO" sz="1500" dirty="0">
                <a:solidFill>
                  <a:srgbClr val="CBD5E1"/>
                </a:solidFill>
                <a:latin typeface="Calibri"/>
              </a:rPr>
              <a:t> – verifiser alltid KI-innhold mot akademiske kilder</a:t>
            </a:r>
          </a:p>
          <a:p>
            <a:pPr>
              <a:spcBef>
                <a:spcPts val="0"/>
              </a:spcBef>
              <a:spcAft>
                <a:spcPts val="10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500" b="1" dirty="0">
                <a:solidFill>
                  <a:srgbClr val="FFFFFF"/>
                </a:solidFill>
                <a:latin typeface="Calibri"/>
              </a:rPr>
              <a:t>Dokumenter KI-bruk</a:t>
            </a:r>
            <a:r>
              <a:rPr lang="nb-NO" sz="1500" dirty="0">
                <a:solidFill>
                  <a:srgbClr val="CBD5E1"/>
                </a:solidFill>
                <a:latin typeface="Calibri"/>
              </a:rPr>
              <a:t> – inkluder seksjon «Bruk av KI» + signert erklæring</a:t>
            </a:r>
          </a:p>
          <a:p>
            <a:pPr>
              <a:spcBef>
                <a:spcPts val="0"/>
              </a:spcBef>
              <a:spcAft>
                <a:spcPts val="40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500" b="1" dirty="0">
                <a:solidFill>
                  <a:srgbClr val="FFFFFF"/>
                </a:solidFill>
                <a:latin typeface="Calibri"/>
              </a:rPr>
              <a:t>Respekter personvern</a:t>
            </a:r>
            <a:r>
              <a:rPr lang="nb-NO" sz="1500" dirty="0">
                <a:solidFill>
                  <a:srgbClr val="CBD5E1"/>
                </a:solidFill>
                <a:latin typeface="Calibri"/>
              </a:rPr>
              <a:t> – bruk GPT UiO, ikke legg inn sensitive data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500" b="1" dirty="0">
                <a:solidFill>
                  <a:srgbClr val="2ECC71"/>
                </a:solidFill>
                <a:latin typeface="Calibri"/>
              </a:rPr>
              <a:t>✓ Tillatt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Diskusjonspartner, idémyldring, strukturering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Støtte til litteratursøk og søkeord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Språkvask, korrektur og oversettelse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Kode, algoritmer, bilder og figurer (med dokumentasjon)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500" b="1" dirty="0">
                <a:solidFill>
                  <a:srgbClr val="EF4444"/>
                </a:solidFill>
                <a:latin typeface="Calibri"/>
              </a:rPr>
              <a:t>✗ Ikke tillatt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Levere KI-generert tekst/kode som ditt eget arbeid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400" dirty="0" err="1">
                <a:solidFill>
                  <a:srgbClr val="CBD5E1"/>
                </a:solidFill>
                <a:latin typeface="Calibri"/>
              </a:rPr>
              <a:t>Fabrikere</a:t>
            </a:r>
            <a:r>
              <a:rPr lang="nb-NO" sz="1400" dirty="0">
                <a:solidFill>
                  <a:srgbClr val="CBD5E1"/>
                </a:solidFill>
                <a:latin typeface="Calibri"/>
              </a:rPr>
              <a:t> kilder eller informasjon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Manglende dokumentasjon av KI-bruk (= fusk)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Legge sensitive data/personopplysninger i åpne KI-verktøy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45039" y="411480"/>
            <a:ext cx="2255519" cy="6263640"/>
          </a:xfrm>
        </p:spPr>
        <p:txBody>
          <a:bodyPr lIns="45720" rIns="45720"/>
          <a:lstStyle/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Introduksjon til fase 3</a:t>
            </a:r>
          </a:p>
          <a:p>
            <a:pPr>
              <a:buAutoNum type="arabicPeriod"/>
              <a:defRPr sz="1000">
                <a:solidFill>
                  <a:srgbClr val="FFD700"/>
                </a:solidFill>
                <a:latin typeface="Calibri"/>
              </a:defRPr>
            </a:pPr>
            <a:r>
              <a:rPr lang="nb-NO"/>
              <a:t>Nye KI-retningslinjer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Oppsett av utviklingsmiljøet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Generering av rapport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Data og modellering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Resultater og diskusjon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732841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3200" b="1">
                <a:solidFill>
                  <a:srgbClr val="FFFFFF"/>
                </a:solidFill>
                <a:latin typeface="Calibri"/>
              </a:rPr>
              <a:t>Nye KI-retningslinjer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599" y="0"/>
            <a:ext cx="243839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599" y="182880"/>
            <a:ext cx="24383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Fase 3: Gjennomføring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Håndskrift 1">
                <a:extLst>
                  <a:ext uri="{FF2B5EF4-FFF2-40B4-BE49-F238E27FC236}">
                    <a16:creationId xmlns:a16="http://schemas.microsoft.com/office/drawing/2014/main" id="{B05BBB72-01FC-7319-6A02-016419DF499E}"/>
                  </a:ext>
                </a:extLst>
              </p14:cNvPr>
              <p14:cNvContentPartPr/>
              <p14:nvPr/>
            </p14:nvContentPartPr>
            <p14:xfrm>
              <a:off x="3151080" y="2048760"/>
              <a:ext cx="8487360" cy="3010320"/>
            </p14:xfrm>
          </p:contentPart>
        </mc:Choice>
        <mc:Fallback>
          <p:pic>
            <p:nvPicPr>
              <p:cNvPr id="2" name="Håndskrift 1">
                <a:extLst>
                  <a:ext uri="{FF2B5EF4-FFF2-40B4-BE49-F238E27FC236}">
                    <a16:creationId xmlns:a16="http://schemas.microsoft.com/office/drawing/2014/main" id="{B05BBB72-01FC-7319-6A02-016419DF49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41720" y="2039400"/>
                <a:ext cx="8506080" cy="302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151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48640"/>
            <a:ext cx="1219199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53599" y="0"/>
            <a:ext cx="24383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45039" y="411480"/>
            <a:ext cx="2255519" cy="6263640"/>
          </a:xfrm>
        </p:spPr>
        <p:txBody>
          <a:bodyPr lIns="45720" rIns="45720"/>
          <a:lstStyle/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Introduksjon til fase 3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Nye KI-retningslinjer</a:t>
            </a:r>
          </a:p>
          <a:p>
            <a:pPr>
              <a:buAutoNum type="arabicPeriod"/>
              <a:defRPr sz="1000">
                <a:solidFill>
                  <a:srgbClr val="FFD700"/>
                </a:solidFill>
                <a:latin typeface="Calibri"/>
              </a:defRPr>
            </a:pPr>
            <a:r>
              <a:rPr lang="nb-NO"/>
              <a:t>Oppsett av utviklingsmiljøet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Generering av rapport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Data og modellering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Resultater og diskusjon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241848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3200" b="1">
                <a:solidFill>
                  <a:srgbClr val="FFFFFF"/>
                </a:solidFill>
                <a:latin typeface="Calibri"/>
              </a:rPr>
              <a:t>Oppsett av utviklingsmiljøet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599" y="0"/>
            <a:ext cx="243839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599" y="182880"/>
            <a:ext cx="24383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Fase 3: Gjennomføring</a:t>
            </a:r>
          </a:p>
        </p:txBody>
      </p:sp>
      <p:grpSp>
        <p:nvGrpSpPr>
          <p:cNvPr id="26" name="Gruppe 25">
            <a:extLst>
              <a:ext uri="{FF2B5EF4-FFF2-40B4-BE49-F238E27FC236}">
                <a16:creationId xmlns:a16="http://schemas.microsoft.com/office/drawing/2014/main" id="{57D3D053-12BE-B3F9-075C-C103EE946E8D}"/>
              </a:ext>
            </a:extLst>
          </p:cNvPr>
          <p:cNvGrpSpPr/>
          <p:nvPr/>
        </p:nvGrpSpPr>
        <p:grpSpPr>
          <a:xfrm>
            <a:off x="508000" y="952500"/>
            <a:ext cx="4191000" cy="1143000"/>
            <a:chOff x="508000" y="952500"/>
            <a:chExt cx="4191000" cy="1143000"/>
          </a:xfrm>
        </p:grpSpPr>
        <p:sp>
          <p:nvSpPr>
            <p:cNvPr id="2" name="Rektangel: avrundede hjørner 1">
              <a:extLst>
                <a:ext uri="{FF2B5EF4-FFF2-40B4-BE49-F238E27FC236}">
                  <a16:creationId xmlns:a16="http://schemas.microsoft.com/office/drawing/2014/main" id="{D50A0A70-6683-45BA-A25E-38F82C846D9A}"/>
                </a:ext>
              </a:extLst>
            </p:cNvPr>
            <p:cNvSpPr/>
            <p:nvPr/>
          </p:nvSpPr>
          <p:spPr>
            <a:xfrm>
              <a:off x="508000" y="952500"/>
              <a:ext cx="4191000" cy="1143000"/>
            </a:xfrm>
            <a:prstGeom prst="roundRect">
              <a:avLst/>
            </a:prstGeom>
            <a:solidFill>
              <a:srgbClr val="007ACC">
                <a:alpha val="15000"/>
              </a:srgbClr>
            </a:solidFill>
            <a:ln w="19050" cap="flat" cmpd="sng" algn="ctr">
              <a:solidFill>
                <a:srgbClr val="007ACC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nb-NO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A9BDF2DD-A30A-4393-8F06-BF91A8A27047}"/>
                </a:ext>
              </a:extLst>
            </p:cNvPr>
            <p:cNvSpPr/>
            <p:nvPr/>
          </p:nvSpPr>
          <p:spPr>
            <a:xfrm>
              <a:off x="685800" y="1244600"/>
              <a:ext cx="558800" cy="558800"/>
            </a:xfrm>
            <a:prstGeom prst="ellipse">
              <a:avLst/>
            </a:prstGeom>
            <a:solidFill>
              <a:srgbClr val="007ACC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nb-NO" sz="1600" b="1">
                  <a:solidFill>
                    <a:srgbClr val="FFFFFF"/>
                  </a:solidFill>
                </a:rPr>
                <a:t>VS</a:t>
              </a:r>
            </a:p>
          </p:txBody>
        </p:sp>
        <p:sp>
          <p:nvSpPr>
            <p:cNvPr id="16" name="TekstSylinder 15">
              <a:extLst>
                <a:ext uri="{FF2B5EF4-FFF2-40B4-BE49-F238E27FC236}">
                  <a16:creationId xmlns:a16="http://schemas.microsoft.com/office/drawing/2014/main" id="{140F2471-65DA-4B86-BCF5-1D0E67A17A34}"/>
                </a:ext>
              </a:extLst>
            </p:cNvPr>
            <p:cNvSpPr txBox="1"/>
            <p:nvPr/>
          </p:nvSpPr>
          <p:spPr>
            <a:xfrm>
              <a:off x="1422400" y="1104900"/>
              <a:ext cx="3111500" cy="355600"/>
            </a:xfrm>
            <a:prstGeom prst="rect">
              <a:avLst/>
            </a:prstGeom>
            <a:noFill/>
          </p:spPr>
          <p:txBody>
            <a:bodyPr vertOverflow="overflow" vert="horz" wrap="none" rtlCol="0" anchor="t">
              <a:noAutofit/>
            </a:bodyPr>
            <a:lstStyle/>
            <a:p>
              <a:pPr algn="l"/>
              <a:r>
                <a:rPr lang="nb-NO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VS Code</a:t>
              </a:r>
            </a:p>
          </p:txBody>
        </p:sp>
        <p:sp>
          <p:nvSpPr>
            <p:cNvPr id="17" name="TekstSylinder 16">
              <a:extLst>
                <a:ext uri="{FF2B5EF4-FFF2-40B4-BE49-F238E27FC236}">
                  <a16:creationId xmlns:a16="http://schemas.microsoft.com/office/drawing/2014/main" id="{D377064D-43CF-4431-B36A-CCFBB7328863}"/>
                </a:ext>
              </a:extLst>
            </p:cNvPr>
            <p:cNvSpPr txBox="1"/>
            <p:nvPr/>
          </p:nvSpPr>
          <p:spPr>
            <a:xfrm>
              <a:off x="1422400" y="1485900"/>
              <a:ext cx="31115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nb-NO" sz="1400">
                  <a:solidFill>
                    <a:srgbClr val="CBD5E1"/>
                  </a:solidFill>
                  <a:latin typeface="Calibri"/>
                  <a:ea typeface="Calibri"/>
                  <a:cs typeface="Calibri"/>
                </a:rPr>
                <a:t>Editor for kode og rapport</a:t>
              </a:r>
            </a:p>
          </p:txBody>
        </p:sp>
      </p:grpSp>
      <p:grpSp>
        <p:nvGrpSpPr>
          <p:cNvPr id="27" name="Gruppe 26">
            <a:extLst>
              <a:ext uri="{FF2B5EF4-FFF2-40B4-BE49-F238E27FC236}">
                <a16:creationId xmlns:a16="http://schemas.microsoft.com/office/drawing/2014/main" id="{42BF9718-3A66-0DCB-179E-48BAF28DA2B4}"/>
              </a:ext>
            </a:extLst>
          </p:cNvPr>
          <p:cNvGrpSpPr/>
          <p:nvPr/>
        </p:nvGrpSpPr>
        <p:grpSpPr>
          <a:xfrm>
            <a:off x="4953000" y="952500"/>
            <a:ext cx="4191000" cy="1143000"/>
            <a:chOff x="4953000" y="952500"/>
            <a:chExt cx="4191000" cy="1143000"/>
          </a:xfrm>
        </p:grpSpPr>
        <p:sp>
          <p:nvSpPr>
            <p:cNvPr id="3" name="Rektangel: avrundede hjørner 2">
              <a:extLst>
                <a:ext uri="{FF2B5EF4-FFF2-40B4-BE49-F238E27FC236}">
                  <a16:creationId xmlns:a16="http://schemas.microsoft.com/office/drawing/2014/main" id="{CDDD2DE9-3506-4462-ABBC-C15198953198}"/>
                </a:ext>
              </a:extLst>
            </p:cNvPr>
            <p:cNvSpPr/>
            <p:nvPr/>
          </p:nvSpPr>
          <p:spPr>
            <a:xfrm>
              <a:off x="4953000" y="952500"/>
              <a:ext cx="4191000" cy="1143000"/>
            </a:xfrm>
            <a:prstGeom prst="roundRect">
              <a:avLst/>
            </a:prstGeom>
            <a:solidFill>
              <a:srgbClr val="306998">
                <a:alpha val="15000"/>
              </a:srgbClr>
            </a:solidFill>
            <a:ln w="19050" cap="flat" cmpd="sng" algn="ctr">
              <a:solidFill>
                <a:srgbClr val="30699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nb-NO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BAC6CC8D-0EDB-4FE5-9807-AC8EB82CC4B7}"/>
                </a:ext>
              </a:extLst>
            </p:cNvPr>
            <p:cNvSpPr/>
            <p:nvPr/>
          </p:nvSpPr>
          <p:spPr>
            <a:xfrm>
              <a:off x="5130800" y="1244600"/>
              <a:ext cx="558800" cy="558800"/>
            </a:xfrm>
            <a:prstGeom prst="ellipse">
              <a:avLst/>
            </a:prstGeom>
            <a:solidFill>
              <a:srgbClr val="306998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nb-NO" sz="1600" b="1">
                  <a:solidFill>
                    <a:srgbClr val="FFFFFF"/>
                  </a:solidFill>
                </a:rPr>
                <a:t>Py</a:t>
              </a:r>
            </a:p>
          </p:txBody>
        </p:sp>
        <p:sp>
          <p:nvSpPr>
            <p:cNvPr id="18" name="TekstSylinder 17">
              <a:extLst>
                <a:ext uri="{FF2B5EF4-FFF2-40B4-BE49-F238E27FC236}">
                  <a16:creationId xmlns:a16="http://schemas.microsoft.com/office/drawing/2014/main" id="{B78CF80C-43EF-4A00-AB19-19878895E763}"/>
                </a:ext>
              </a:extLst>
            </p:cNvPr>
            <p:cNvSpPr txBox="1"/>
            <p:nvPr/>
          </p:nvSpPr>
          <p:spPr>
            <a:xfrm>
              <a:off x="5867400" y="1104900"/>
              <a:ext cx="3111500" cy="355600"/>
            </a:xfrm>
            <a:prstGeom prst="rect">
              <a:avLst/>
            </a:prstGeom>
            <a:noFill/>
          </p:spPr>
          <p:txBody>
            <a:bodyPr vertOverflow="overflow" vert="horz" wrap="none" rtlCol="0" anchor="t">
              <a:noAutofit/>
            </a:bodyPr>
            <a:lstStyle/>
            <a:p>
              <a:pPr algn="l"/>
              <a:r>
                <a:rPr lang="nb-NO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Python (uv)</a:t>
              </a:r>
            </a:p>
          </p:txBody>
        </p:sp>
        <p:sp>
          <p:nvSpPr>
            <p:cNvPr id="19" name="TekstSylinder 18">
              <a:extLst>
                <a:ext uri="{FF2B5EF4-FFF2-40B4-BE49-F238E27FC236}">
                  <a16:creationId xmlns:a16="http://schemas.microsoft.com/office/drawing/2014/main" id="{33592E10-84BD-4BE1-8B48-FEF53875626D}"/>
                </a:ext>
              </a:extLst>
            </p:cNvPr>
            <p:cNvSpPr txBox="1"/>
            <p:nvPr/>
          </p:nvSpPr>
          <p:spPr>
            <a:xfrm>
              <a:off x="5867400" y="1485900"/>
              <a:ext cx="31115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nb-NO" sz="1400">
                  <a:solidFill>
                    <a:srgbClr val="CBD5E1"/>
                  </a:solidFill>
                  <a:latin typeface="Calibri"/>
                  <a:ea typeface="Calibri"/>
                  <a:cs typeface="Calibri"/>
                </a:rPr>
                <a:t>Programmeringsspråk + pakkebehandler</a:t>
              </a:r>
            </a:p>
          </p:txBody>
        </p:sp>
      </p:grpSp>
      <p:grpSp>
        <p:nvGrpSpPr>
          <p:cNvPr id="28" name="Gruppe 27">
            <a:extLst>
              <a:ext uri="{FF2B5EF4-FFF2-40B4-BE49-F238E27FC236}">
                <a16:creationId xmlns:a16="http://schemas.microsoft.com/office/drawing/2014/main" id="{BBCA5954-A548-0328-5A65-B1F588F36FC9}"/>
              </a:ext>
            </a:extLst>
          </p:cNvPr>
          <p:cNvGrpSpPr/>
          <p:nvPr/>
        </p:nvGrpSpPr>
        <p:grpSpPr>
          <a:xfrm>
            <a:off x="508000" y="2286000"/>
            <a:ext cx="4191000" cy="1143000"/>
            <a:chOff x="508000" y="2286000"/>
            <a:chExt cx="4191000" cy="1143000"/>
          </a:xfrm>
        </p:grpSpPr>
        <p:sp>
          <p:nvSpPr>
            <p:cNvPr id="10" name="Rektangel: avrundede hjørner 9">
              <a:extLst>
                <a:ext uri="{FF2B5EF4-FFF2-40B4-BE49-F238E27FC236}">
                  <a16:creationId xmlns:a16="http://schemas.microsoft.com/office/drawing/2014/main" id="{27FEDB2C-EEAE-4B7F-9269-D5E775E92834}"/>
                </a:ext>
              </a:extLst>
            </p:cNvPr>
            <p:cNvSpPr/>
            <p:nvPr/>
          </p:nvSpPr>
          <p:spPr>
            <a:xfrm>
              <a:off x="508000" y="2286000"/>
              <a:ext cx="4191000" cy="1143000"/>
            </a:xfrm>
            <a:prstGeom prst="roundRect">
              <a:avLst/>
            </a:prstGeom>
            <a:solidFill>
              <a:srgbClr val="238636">
                <a:alpha val="15000"/>
              </a:srgbClr>
            </a:solidFill>
            <a:ln w="19050" cap="flat" cmpd="sng" algn="ctr">
              <a:solidFill>
                <a:srgbClr val="238636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nb-NO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734F6281-48BD-4E4B-8C9C-9845BA8A3CBC}"/>
                </a:ext>
              </a:extLst>
            </p:cNvPr>
            <p:cNvSpPr/>
            <p:nvPr/>
          </p:nvSpPr>
          <p:spPr>
            <a:xfrm>
              <a:off x="685800" y="2578100"/>
              <a:ext cx="558800" cy="558800"/>
            </a:xfrm>
            <a:prstGeom prst="ellipse">
              <a:avLst/>
            </a:prstGeom>
            <a:solidFill>
              <a:srgbClr val="238636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nb-NO" sz="1600" b="1">
                  <a:solidFill>
                    <a:srgbClr val="FFFFFF"/>
                  </a:solidFill>
                </a:rPr>
                <a:t>GH</a:t>
              </a:r>
            </a:p>
          </p:txBody>
        </p:sp>
        <p:sp>
          <p:nvSpPr>
            <p:cNvPr id="20" name="TekstSylinder 19">
              <a:extLst>
                <a:ext uri="{FF2B5EF4-FFF2-40B4-BE49-F238E27FC236}">
                  <a16:creationId xmlns:a16="http://schemas.microsoft.com/office/drawing/2014/main" id="{5D1AE1CF-AE13-49FC-8861-B79B3A6BAE32}"/>
                </a:ext>
              </a:extLst>
            </p:cNvPr>
            <p:cNvSpPr txBox="1"/>
            <p:nvPr/>
          </p:nvSpPr>
          <p:spPr>
            <a:xfrm>
              <a:off x="1422400" y="2438400"/>
              <a:ext cx="3111500" cy="355600"/>
            </a:xfrm>
            <a:prstGeom prst="rect">
              <a:avLst/>
            </a:prstGeom>
            <a:noFill/>
          </p:spPr>
          <p:txBody>
            <a:bodyPr vertOverflow="overflow" vert="horz" wrap="none" rtlCol="0" anchor="t">
              <a:noAutofit/>
            </a:bodyPr>
            <a:lstStyle/>
            <a:p>
              <a:pPr algn="l"/>
              <a:r>
                <a:rPr lang="nb-NO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GitHub</a:t>
              </a:r>
            </a:p>
          </p:txBody>
        </p:sp>
        <p:sp>
          <p:nvSpPr>
            <p:cNvPr id="21" name="TekstSylinder 20">
              <a:extLst>
                <a:ext uri="{FF2B5EF4-FFF2-40B4-BE49-F238E27FC236}">
                  <a16:creationId xmlns:a16="http://schemas.microsoft.com/office/drawing/2014/main" id="{B4EF351E-8694-4C9B-AB9D-C811EC61ED4C}"/>
                </a:ext>
              </a:extLst>
            </p:cNvPr>
            <p:cNvSpPr txBox="1"/>
            <p:nvPr/>
          </p:nvSpPr>
          <p:spPr>
            <a:xfrm>
              <a:off x="1422400" y="2819400"/>
              <a:ext cx="31115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nb-NO" sz="1400">
                  <a:solidFill>
                    <a:srgbClr val="CBD5E1"/>
                  </a:solidFill>
                  <a:latin typeface="Calibri"/>
                  <a:ea typeface="Calibri"/>
                  <a:cs typeface="Calibri"/>
                </a:rPr>
                <a:t>Versjonskontroll for kode og rapport</a:t>
              </a:r>
            </a:p>
          </p:txBody>
        </p:sp>
      </p:grpSp>
      <p:grpSp>
        <p:nvGrpSpPr>
          <p:cNvPr id="29" name="Gruppe 28">
            <a:extLst>
              <a:ext uri="{FF2B5EF4-FFF2-40B4-BE49-F238E27FC236}">
                <a16:creationId xmlns:a16="http://schemas.microsoft.com/office/drawing/2014/main" id="{C9BD7896-1B6B-73C4-354B-E7D93E0D149F}"/>
              </a:ext>
            </a:extLst>
          </p:cNvPr>
          <p:cNvGrpSpPr/>
          <p:nvPr/>
        </p:nvGrpSpPr>
        <p:grpSpPr>
          <a:xfrm>
            <a:off x="4953000" y="2286000"/>
            <a:ext cx="4191000" cy="1143000"/>
            <a:chOff x="4953000" y="2286000"/>
            <a:chExt cx="4191000" cy="1143000"/>
          </a:xfrm>
        </p:grpSpPr>
        <p:sp>
          <p:nvSpPr>
            <p:cNvPr id="11" name="Rektangel: avrundede hjørner 10">
              <a:extLst>
                <a:ext uri="{FF2B5EF4-FFF2-40B4-BE49-F238E27FC236}">
                  <a16:creationId xmlns:a16="http://schemas.microsoft.com/office/drawing/2014/main" id="{09241246-86C9-4BA9-8F7E-5A3F805E4ABC}"/>
                </a:ext>
              </a:extLst>
            </p:cNvPr>
            <p:cNvSpPr/>
            <p:nvPr/>
          </p:nvSpPr>
          <p:spPr>
            <a:xfrm>
              <a:off x="4953000" y="2286000"/>
              <a:ext cx="4191000" cy="1143000"/>
            </a:xfrm>
            <a:prstGeom prst="roundRect">
              <a:avLst/>
            </a:prstGeom>
            <a:solidFill>
              <a:srgbClr val="F59E0B">
                <a:alpha val="15000"/>
              </a:srgbClr>
            </a:solidFill>
            <a:ln w="19050" cap="flat" cmpd="sng" algn="ctr">
              <a:solidFill>
                <a:srgbClr val="F59E0B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nb-NO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2DB89EB4-57BD-41D7-A38A-8F3BED3594D0}"/>
                </a:ext>
              </a:extLst>
            </p:cNvPr>
            <p:cNvSpPr/>
            <p:nvPr/>
          </p:nvSpPr>
          <p:spPr>
            <a:xfrm>
              <a:off x="5130800" y="2578100"/>
              <a:ext cx="558800" cy="558800"/>
            </a:xfrm>
            <a:prstGeom prst="ellipse">
              <a:avLst/>
            </a:prstGeom>
            <a:solidFill>
              <a:srgbClr val="F59E0B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nb-NO" sz="1600" b="1">
                  <a:solidFill>
                    <a:srgbClr val="FFFFFF"/>
                  </a:solidFill>
                </a:rPr>
                <a:t>KI</a:t>
              </a:r>
            </a:p>
          </p:txBody>
        </p:sp>
        <p:sp>
          <p:nvSpPr>
            <p:cNvPr id="22" name="TekstSylinder 21">
              <a:extLst>
                <a:ext uri="{FF2B5EF4-FFF2-40B4-BE49-F238E27FC236}">
                  <a16:creationId xmlns:a16="http://schemas.microsoft.com/office/drawing/2014/main" id="{1792E2FF-5954-4644-B0FA-3762CB33B510}"/>
                </a:ext>
              </a:extLst>
            </p:cNvPr>
            <p:cNvSpPr txBox="1"/>
            <p:nvPr/>
          </p:nvSpPr>
          <p:spPr>
            <a:xfrm>
              <a:off x="5867400" y="2438400"/>
              <a:ext cx="3111500" cy="355600"/>
            </a:xfrm>
            <a:prstGeom prst="rect">
              <a:avLst/>
            </a:prstGeom>
            <a:noFill/>
          </p:spPr>
          <p:txBody>
            <a:bodyPr vertOverflow="overflow" vert="horz" wrap="none" rtlCol="0" anchor="t">
              <a:noAutofit/>
            </a:bodyPr>
            <a:lstStyle/>
            <a:p>
              <a:pPr algn="l"/>
              <a:r>
                <a:rPr lang="nb-NO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KI-agenter</a:t>
              </a:r>
            </a:p>
          </p:txBody>
        </p:sp>
        <p:sp>
          <p:nvSpPr>
            <p:cNvPr id="23" name="TekstSylinder 22">
              <a:extLst>
                <a:ext uri="{FF2B5EF4-FFF2-40B4-BE49-F238E27FC236}">
                  <a16:creationId xmlns:a16="http://schemas.microsoft.com/office/drawing/2014/main" id="{391856F6-006E-4670-8583-F184673F4825}"/>
                </a:ext>
              </a:extLst>
            </p:cNvPr>
            <p:cNvSpPr txBox="1"/>
            <p:nvPr/>
          </p:nvSpPr>
          <p:spPr>
            <a:xfrm>
              <a:off x="5867400" y="2819400"/>
              <a:ext cx="31115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nb-NO" sz="1400" dirty="0">
                  <a:solidFill>
                    <a:srgbClr val="CBD5E1"/>
                  </a:solidFill>
                  <a:latin typeface="Calibri"/>
                  <a:ea typeface="Calibri"/>
                  <a:cs typeface="Calibri"/>
                </a:rPr>
                <a:t>Claude Code / Gemini CLI / Codex</a:t>
              </a:r>
            </a:p>
          </p:txBody>
        </p:sp>
      </p:grpSp>
      <p:sp>
        <p:nvSpPr>
          <p:cNvPr id="24" name="TekstSylinder 23">
            <a:extLst>
              <a:ext uri="{FF2B5EF4-FFF2-40B4-BE49-F238E27FC236}">
                <a16:creationId xmlns:a16="http://schemas.microsoft.com/office/drawing/2014/main" id="{E4901256-B82D-4920-9D26-3CAEFB6D58A3}"/>
              </a:ext>
            </a:extLst>
          </p:cNvPr>
          <p:cNvSpPr txBox="1"/>
          <p:nvPr/>
        </p:nvSpPr>
        <p:spPr>
          <a:xfrm>
            <a:off x="508000" y="3619500"/>
            <a:ext cx="8763000" cy="156966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lang="nb-NO" sz="1600" b="1" dirty="0">
                <a:solidFill>
                  <a:srgbClr val="FFD700"/>
                </a:solidFill>
                <a:latin typeface="Calibri"/>
              </a:rPr>
              <a:t>Kom i gang – steg for steg</a:t>
            </a:r>
          </a:p>
          <a:p>
            <a:pPr>
              <a:spcBef>
                <a:spcPts val="0"/>
              </a:spcBef>
              <a:spcAft>
                <a:spcPts val="100"/>
              </a:spcAft>
              <a:buFont typeface="Arial"/>
              <a:buAutoNum type="arabicPeriod"/>
            </a:pPr>
            <a:r>
              <a:rPr lang="nb-NO" sz="1500" dirty="0">
                <a:solidFill>
                  <a:srgbClr val="FFFFFF"/>
                </a:solidFill>
                <a:latin typeface="Calibri"/>
              </a:rPr>
              <a:t>Installer </a:t>
            </a:r>
            <a:r>
              <a:rPr lang="nb-NO" sz="1500" b="1" dirty="0">
                <a:solidFill>
                  <a:srgbClr val="FFFFFF"/>
                </a:solidFill>
                <a:latin typeface="Calibri"/>
              </a:rPr>
              <a:t>VS Code</a:t>
            </a:r>
            <a:r>
              <a:rPr lang="nb-NO" sz="1500" dirty="0">
                <a:solidFill>
                  <a:srgbClr val="CBD5E1"/>
                </a:solidFill>
                <a:latin typeface="Calibri"/>
              </a:rPr>
              <a:t> – code.visualstudio.com</a:t>
            </a:r>
          </a:p>
          <a:p>
            <a:pPr>
              <a:spcBef>
                <a:spcPts val="0"/>
              </a:spcBef>
              <a:spcAft>
                <a:spcPts val="100"/>
              </a:spcAft>
              <a:buFont typeface="Arial"/>
              <a:buAutoNum type="arabicPeriod"/>
            </a:pPr>
            <a:r>
              <a:rPr lang="nb-NO" sz="1500" dirty="0">
                <a:solidFill>
                  <a:srgbClr val="FFFFFF"/>
                </a:solidFill>
                <a:latin typeface="Calibri"/>
              </a:rPr>
              <a:t>Installer </a:t>
            </a:r>
            <a:r>
              <a:rPr lang="nb-NO" sz="1500" b="1" dirty="0">
                <a:solidFill>
                  <a:srgbClr val="FFFFFF"/>
                </a:solidFill>
                <a:latin typeface="Calibri"/>
              </a:rPr>
              <a:t>uv</a:t>
            </a:r>
            <a:r>
              <a:rPr lang="nb-NO" sz="1500" dirty="0">
                <a:solidFill>
                  <a:srgbClr val="CBD5E1"/>
                </a:solidFill>
                <a:latin typeface="Calibri"/>
              </a:rPr>
              <a:t> (Python pakkebehandler) + </a:t>
            </a:r>
            <a:r>
              <a:rPr lang="nb-NO" sz="1500" b="1" dirty="0">
                <a:solidFill>
                  <a:srgbClr val="FFFFFF"/>
                </a:solidFill>
                <a:latin typeface="Calibri"/>
              </a:rPr>
              <a:t>Node.js</a:t>
            </a:r>
          </a:p>
          <a:p>
            <a:pPr>
              <a:spcBef>
                <a:spcPts val="0"/>
              </a:spcBef>
              <a:spcAft>
                <a:spcPts val="100"/>
              </a:spcAft>
              <a:buFont typeface="Arial"/>
              <a:buAutoNum type="arabicPeriod"/>
            </a:pPr>
            <a:r>
              <a:rPr lang="nb-NO" sz="1500" dirty="0">
                <a:solidFill>
                  <a:srgbClr val="FFFFFF"/>
                </a:solidFill>
                <a:latin typeface="Calibri"/>
              </a:rPr>
              <a:t>Opprett </a:t>
            </a:r>
            <a:r>
              <a:rPr lang="nb-NO" sz="1500" b="1" dirty="0">
                <a:solidFill>
                  <a:srgbClr val="FFFFFF"/>
                </a:solidFill>
                <a:latin typeface="Calibri"/>
              </a:rPr>
              <a:t>GitHub-repo</a:t>
            </a:r>
            <a:r>
              <a:rPr lang="nb-NO" sz="1500" dirty="0">
                <a:solidFill>
                  <a:srgbClr val="CBD5E1"/>
                </a:solidFill>
                <a:latin typeface="Calibri"/>
              </a:rPr>
              <a:t> for prosjektet (kode + rapport)</a:t>
            </a:r>
          </a:p>
          <a:p>
            <a:pPr>
              <a:spcBef>
                <a:spcPts val="0"/>
              </a:spcBef>
              <a:spcAft>
                <a:spcPts val="100"/>
              </a:spcAft>
              <a:buFont typeface="Arial"/>
              <a:buAutoNum type="arabicPeriod"/>
            </a:pPr>
            <a:r>
              <a:rPr lang="nb-NO" sz="1500" dirty="0">
                <a:solidFill>
                  <a:srgbClr val="FFFFFF"/>
                </a:solidFill>
                <a:latin typeface="Calibri"/>
              </a:rPr>
              <a:t>Installer KI-agent: </a:t>
            </a:r>
            <a:r>
              <a:rPr lang="nb-NO" sz="1500" b="1" dirty="0">
                <a:solidFill>
                  <a:srgbClr val="FFFFFF"/>
                </a:solidFill>
                <a:latin typeface="Calibri"/>
              </a:rPr>
              <a:t>Claude Code</a:t>
            </a:r>
            <a:r>
              <a:rPr lang="nb-NO" sz="1500" dirty="0">
                <a:solidFill>
                  <a:srgbClr val="CBD5E1"/>
                </a:solidFill>
                <a:latin typeface="Calibri"/>
              </a:rPr>
              <a:t> / Gemini CLI / Codex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AutoNum type="arabicPeriod"/>
            </a:pPr>
            <a:r>
              <a:rPr lang="nb-NO" sz="1500" dirty="0">
                <a:solidFill>
                  <a:srgbClr val="FFFFFF"/>
                </a:solidFill>
                <a:latin typeface="Calibri"/>
              </a:rPr>
              <a:t>Test oppsettet – </a:t>
            </a:r>
            <a:r>
              <a:rPr lang="nb-NO" sz="1500" dirty="0">
                <a:solidFill>
                  <a:srgbClr val="CBD5E1"/>
                </a:solidFill>
                <a:latin typeface="Calibri"/>
              </a:rPr>
              <a:t>kjør et enkelt Python-script via KI-agenten</a:t>
            </a:r>
          </a:p>
        </p:txBody>
      </p:sp>
      <p:pic>
        <p:nvPicPr>
          <p:cNvPr id="25" name="Graphic 25" descr="KI-agent robot ikon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6000" y="5842000"/>
            <a:ext cx="609600" cy="609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0" name="Håndskrift 29">
                <a:extLst>
                  <a:ext uri="{FF2B5EF4-FFF2-40B4-BE49-F238E27FC236}">
                    <a16:creationId xmlns:a16="http://schemas.microsoft.com/office/drawing/2014/main" id="{46BCAF20-0048-88FD-45C5-4E247F4AFCA7}"/>
                  </a:ext>
                </a:extLst>
              </p14:cNvPr>
              <p14:cNvContentPartPr/>
              <p14:nvPr/>
            </p14:nvContentPartPr>
            <p14:xfrm>
              <a:off x="1238400" y="1174320"/>
              <a:ext cx="10701000" cy="5465160"/>
            </p14:xfrm>
          </p:contentPart>
        </mc:Choice>
        <mc:Fallback>
          <p:pic>
            <p:nvPicPr>
              <p:cNvPr id="30" name="Håndskrift 29">
                <a:extLst>
                  <a:ext uri="{FF2B5EF4-FFF2-40B4-BE49-F238E27FC236}">
                    <a16:creationId xmlns:a16="http://schemas.microsoft.com/office/drawing/2014/main" id="{46BCAF20-0048-88FD-45C5-4E247F4AFCA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29040" y="1164960"/>
                <a:ext cx="10719720" cy="548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768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48640"/>
            <a:ext cx="1219199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53599" y="0"/>
            <a:ext cx="24383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5760" y="822960"/>
            <a:ext cx="9022079" cy="2723823"/>
          </a:xfrm>
        </p:spPr>
        <p:txBody>
          <a:bodyPr lIns="45720" rIns="4572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600" b="1" dirty="0">
                <a:solidFill>
                  <a:srgbClr val="FFD700"/>
                </a:solidFill>
                <a:latin typeface="Calibri"/>
              </a:rPr>
              <a:t>Rapporten skrives i </a:t>
            </a:r>
            <a:r>
              <a:rPr lang="nb-NO" sz="1600" b="1" dirty="0" err="1">
                <a:solidFill>
                  <a:srgbClr val="FFD700"/>
                </a:solidFill>
                <a:latin typeface="Calibri"/>
              </a:rPr>
              <a:t>Markdown</a:t>
            </a:r>
            <a:r>
              <a:rPr lang="nb-NO" sz="1600" b="1" dirty="0">
                <a:solidFill>
                  <a:srgbClr val="FFD700"/>
                </a:solidFill>
                <a:latin typeface="Calibri"/>
              </a:rPr>
              <a:t> (.md)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200" dirty="0">
                <a:solidFill>
                  <a:srgbClr val="CBD5E1"/>
                </a:solidFill>
                <a:latin typeface="Calibri"/>
              </a:rPr>
              <a:t>Enkel tekstfil – perfekt for versjonskontroll i GitHub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200" dirty="0">
                <a:solidFill>
                  <a:srgbClr val="CBD5E1"/>
                </a:solidFill>
                <a:latin typeface="Calibri"/>
              </a:rPr>
              <a:t>KI-agenten kan lese, skrive og redigere .md-filer direkte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200" dirty="0">
                <a:solidFill>
                  <a:srgbClr val="CBD5E1"/>
                </a:solidFill>
                <a:latin typeface="Calibri"/>
              </a:rPr>
              <a:t>Konverteres til Word/PDF når rapporten er ferdig</a:t>
            </a:r>
          </a:p>
          <a:p>
            <a:pPr>
              <a:spcBef>
                <a:spcPts val="300"/>
              </a:spcBef>
              <a:spcAft>
                <a:spcPts val="200"/>
              </a:spcAft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600" b="1" dirty="0">
                <a:solidFill>
                  <a:srgbClr val="FFD700"/>
                </a:solidFill>
                <a:latin typeface="Calibri"/>
              </a:rPr>
              <a:t>Hva genererer vi i dag?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buFont typeface="Arial"/>
              <a:buAutoNum type="arabicPeriod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200" b="1" dirty="0">
                <a:solidFill>
                  <a:srgbClr val="FFFFFF"/>
                </a:solidFill>
                <a:latin typeface="Calibri"/>
              </a:rPr>
              <a:t>Innholdsfortegnelse</a:t>
            </a:r>
            <a:r>
              <a:rPr lang="nb-NO" sz="1200" dirty="0">
                <a:solidFill>
                  <a:srgbClr val="CBD5E1"/>
                </a:solidFill>
                <a:latin typeface="Calibri"/>
              </a:rPr>
              <a:t> – basert på prosjektplanen fra fase 2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buFont typeface="Arial"/>
              <a:buAutoNum type="arabicPeriod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200" b="1" dirty="0">
                <a:solidFill>
                  <a:srgbClr val="FFFFFF"/>
                </a:solidFill>
                <a:latin typeface="Calibri"/>
              </a:rPr>
              <a:t>Introduksjon + problemstilling</a:t>
            </a:r>
            <a:r>
              <a:rPr lang="nb-NO" sz="1200" dirty="0">
                <a:solidFill>
                  <a:srgbClr val="CBD5E1"/>
                </a:solidFill>
                <a:latin typeface="Calibri"/>
              </a:rPr>
              <a:t> – første utkast fra prosjektbeskrivelsen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buFont typeface="Arial"/>
              <a:buAutoNum type="arabicPeriod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200" b="1" dirty="0">
                <a:solidFill>
                  <a:srgbClr val="FFFFFF"/>
                </a:solidFill>
                <a:latin typeface="Calibri"/>
              </a:rPr>
              <a:t>Modellbeskrivelse</a:t>
            </a:r>
            <a:r>
              <a:rPr lang="nb-NO" sz="1200" dirty="0">
                <a:solidFill>
                  <a:srgbClr val="CBD5E1"/>
                </a:solidFill>
                <a:latin typeface="Calibri"/>
              </a:rPr>
              <a:t> – matematisk formulering av logistikkproblemet</a:t>
            </a:r>
          </a:p>
          <a:p>
            <a:pPr>
              <a:spcBef>
                <a:spcPts val="300"/>
              </a:spcBef>
              <a:spcAft>
                <a:spcPts val="200"/>
              </a:spcAft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600" b="1" dirty="0">
                <a:solidFill>
                  <a:srgbClr val="FFD700"/>
                </a:solidFill>
                <a:latin typeface="Calibri"/>
              </a:rPr>
              <a:t>Arbeidsflyt</a:t>
            </a:r>
          </a:p>
          <a:p>
            <a:pPr lvl="1">
              <a:spcBef>
                <a:spcPts val="0"/>
              </a:spcBef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200" dirty="0">
                <a:solidFill>
                  <a:srgbClr val="CBD5E1"/>
                </a:solidFill>
                <a:latin typeface="Calibri"/>
              </a:rPr>
              <a:t>Gi KI-agenten prosjektplanen → generer innholdsfortegnelse</a:t>
            </a:r>
          </a:p>
          <a:p>
            <a:pPr lvl="1">
              <a:spcBef>
                <a:spcPts val="0"/>
              </a:spcBef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200" dirty="0">
                <a:solidFill>
                  <a:srgbClr val="CBD5E1"/>
                </a:solidFill>
                <a:latin typeface="Calibri"/>
              </a:rPr>
              <a:t>Generer første utkast av hvert kapittel som .md-filer</a:t>
            </a:r>
          </a:p>
          <a:p>
            <a:pPr lvl="1">
              <a:spcBef>
                <a:spcPts val="0"/>
              </a:spcBef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200" dirty="0">
                <a:solidFill>
                  <a:srgbClr val="CBD5E1"/>
                </a:solidFill>
                <a:latin typeface="Calibri"/>
              </a:rPr>
              <a:t>Gjennomgå, revider og gjør teksten til din egen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45039" y="411480"/>
            <a:ext cx="2255519" cy="6263640"/>
          </a:xfrm>
        </p:spPr>
        <p:txBody>
          <a:bodyPr lIns="45720" rIns="45720"/>
          <a:lstStyle/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Introduksjon til fase 3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Nye KI-retningslinjer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Oppsett av utviklingsmiljøet</a:t>
            </a:r>
          </a:p>
          <a:p>
            <a:pPr>
              <a:buAutoNum type="arabicPeriod"/>
              <a:defRPr sz="1000">
                <a:solidFill>
                  <a:srgbClr val="FFD700"/>
                </a:solidFill>
                <a:latin typeface="Calibri"/>
              </a:defRPr>
            </a:pPr>
            <a:r>
              <a:rPr lang="nb-NO"/>
              <a:t>Generering av rapport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Data og modellering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Resultater og diskusjon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370588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3200" b="1">
                <a:solidFill>
                  <a:srgbClr val="FFFFFF"/>
                </a:solidFill>
                <a:latin typeface="Calibri"/>
              </a:rPr>
              <a:t>Generering av rapport og innhold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599" y="0"/>
            <a:ext cx="243839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599" y="182880"/>
            <a:ext cx="24383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Fase 3: Gjennomføring</a:t>
            </a:r>
          </a:p>
        </p:txBody>
      </p:sp>
    </p:spTree>
    <p:extLst>
      <p:ext uri="{BB962C8B-B14F-4D97-AF65-F5344CB8AC3E}">
        <p14:creationId xmlns:p14="http://schemas.microsoft.com/office/powerpoint/2010/main" val="2015082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48640"/>
            <a:ext cx="1219199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53599" y="0"/>
            <a:ext cx="24383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45039" y="411480"/>
            <a:ext cx="2255519" cy="6263640"/>
          </a:xfrm>
        </p:spPr>
        <p:txBody>
          <a:bodyPr lIns="45720" rIns="45720"/>
          <a:lstStyle/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Introduksjon til fase 3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Nye KI-retningslinjer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Oppsett av utviklingsmiljøet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Generering av rapport</a:t>
            </a:r>
          </a:p>
          <a:p>
            <a:pPr>
              <a:buAutoNum type="arabicPeriod"/>
              <a:defRPr sz="1000">
                <a:solidFill>
                  <a:srgbClr val="FFD700"/>
                </a:solidFill>
                <a:latin typeface="Calibri"/>
              </a:defRPr>
            </a:pPr>
            <a:r>
              <a:rPr lang="nb-NO"/>
              <a:t>Data og modellering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Resultater og diskusjon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231928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3200" b="1">
                <a:solidFill>
                  <a:srgbClr val="FFFFFF"/>
                </a:solidFill>
                <a:latin typeface="Calibri"/>
              </a:rPr>
              <a:t>Data og modellering med 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599" y="0"/>
            <a:ext cx="243839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599" y="182880"/>
            <a:ext cx="24383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Fase 3: Gjennomføring</a:t>
            </a:r>
          </a:p>
        </p:txBody>
      </p:sp>
      <p:grpSp>
        <p:nvGrpSpPr>
          <p:cNvPr id="23" name="Gruppe 22">
            <a:extLst>
              <a:ext uri="{FF2B5EF4-FFF2-40B4-BE49-F238E27FC236}">
                <a16:creationId xmlns:a16="http://schemas.microsoft.com/office/drawing/2014/main" id="{D7E94AB6-D1E8-D360-50DE-581BFAAED886}"/>
              </a:ext>
            </a:extLst>
          </p:cNvPr>
          <p:cNvGrpSpPr/>
          <p:nvPr/>
        </p:nvGrpSpPr>
        <p:grpSpPr>
          <a:xfrm>
            <a:off x="508000" y="914400"/>
            <a:ext cx="8763000" cy="1460500"/>
            <a:chOff x="508000" y="914400"/>
            <a:chExt cx="8763000" cy="1460500"/>
          </a:xfrm>
        </p:grpSpPr>
        <p:sp>
          <p:nvSpPr>
            <p:cNvPr id="2" name="Rektangel: avrundede hjørner 1">
              <a:extLst>
                <a:ext uri="{FF2B5EF4-FFF2-40B4-BE49-F238E27FC236}">
                  <a16:creationId xmlns:a16="http://schemas.microsoft.com/office/drawing/2014/main" id="{2F3D5C43-ACD3-4213-A9C6-1FB5A625F903}"/>
                </a:ext>
              </a:extLst>
            </p:cNvPr>
            <p:cNvSpPr/>
            <p:nvPr/>
          </p:nvSpPr>
          <p:spPr>
            <a:xfrm>
              <a:off x="508000" y="914400"/>
              <a:ext cx="8763000" cy="1460500"/>
            </a:xfrm>
            <a:prstGeom prst="roundRect">
              <a:avLst/>
            </a:prstGeom>
            <a:solidFill>
              <a:srgbClr val="3B82F6">
                <a:alpha val="15000"/>
              </a:srgbClr>
            </a:solidFill>
            <a:ln w="19050" cap="flat" cmpd="sng" algn="ctr">
              <a:solidFill>
                <a:srgbClr val="3B82F6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nb-NO"/>
            </a:p>
          </p:txBody>
        </p:sp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60D4E173-8C40-46B3-AF82-1A491E53DA51}"/>
                </a:ext>
              </a:extLst>
            </p:cNvPr>
            <p:cNvSpPr/>
            <p:nvPr/>
          </p:nvSpPr>
          <p:spPr>
            <a:xfrm>
              <a:off x="685800" y="1365250"/>
              <a:ext cx="558800" cy="558800"/>
            </a:xfrm>
            <a:prstGeom prst="ellipse">
              <a:avLst/>
            </a:prstGeom>
            <a:solidFill>
              <a:srgbClr val="3B82F6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nb-NO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10" name="TekstSylinder 9">
              <a:extLst>
                <a:ext uri="{FF2B5EF4-FFF2-40B4-BE49-F238E27FC236}">
                  <a16:creationId xmlns:a16="http://schemas.microsoft.com/office/drawing/2014/main" id="{AD91C352-7C6A-4DFB-9213-2477D6D15866}"/>
                </a:ext>
              </a:extLst>
            </p:cNvPr>
            <p:cNvSpPr txBox="1"/>
            <p:nvPr/>
          </p:nvSpPr>
          <p:spPr>
            <a:xfrm>
              <a:off x="1422400" y="1041400"/>
              <a:ext cx="77216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t">
              <a:noAutofit/>
            </a:bodyPr>
            <a:lstStyle/>
            <a:p>
              <a:pPr algn="l"/>
              <a:r>
                <a:rPr lang="nb-NO" sz="17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Last opp og klargjør data</a:t>
              </a:r>
            </a:p>
          </p:txBody>
        </p:sp>
        <p:sp>
          <p:nvSpPr>
            <p:cNvPr id="11" name="TekstSylinder 10">
              <a:extLst>
                <a:ext uri="{FF2B5EF4-FFF2-40B4-BE49-F238E27FC236}">
                  <a16:creationId xmlns:a16="http://schemas.microsoft.com/office/drawing/2014/main" id="{EB758A6B-37AE-4690-8FC8-AFD52484E115}"/>
                </a:ext>
              </a:extLst>
            </p:cNvPr>
            <p:cNvSpPr txBox="1"/>
            <p:nvPr/>
          </p:nvSpPr>
          <p:spPr>
            <a:xfrm>
              <a:off x="1422400" y="1397000"/>
              <a:ext cx="7721600" cy="863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nb-NO" sz="1400">
                  <a:solidFill>
                    <a:srgbClr val="CBD5E1"/>
                  </a:solidFill>
                  <a:latin typeface="Calibri"/>
                  <a:ea typeface="Calibri"/>
                  <a:cs typeface="Calibri"/>
                </a:rPr>
                <a:t>Legg datafiler (CSV/Excel) i prosjektmappen på GitHub
KI-agenten leser og formaterer til riktig struktur
Følg standard prosess for prognostisering (se utlevert PDF)</a:t>
              </a:r>
            </a:p>
          </p:txBody>
        </p:sp>
      </p:grpSp>
      <p:grpSp>
        <p:nvGrpSpPr>
          <p:cNvPr id="24" name="Gruppe 23">
            <a:extLst>
              <a:ext uri="{FF2B5EF4-FFF2-40B4-BE49-F238E27FC236}">
                <a16:creationId xmlns:a16="http://schemas.microsoft.com/office/drawing/2014/main" id="{2BE5B734-CE2B-CFAE-3BFA-124ACE1EE71F}"/>
              </a:ext>
            </a:extLst>
          </p:cNvPr>
          <p:cNvGrpSpPr/>
          <p:nvPr/>
        </p:nvGrpSpPr>
        <p:grpSpPr>
          <a:xfrm>
            <a:off x="508000" y="2400300"/>
            <a:ext cx="8763000" cy="1663700"/>
            <a:chOff x="508000" y="2400300"/>
            <a:chExt cx="8763000" cy="1663700"/>
          </a:xfrm>
        </p:grpSpPr>
        <p:sp>
          <p:nvSpPr>
            <p:cNvPr id="13" name="Rektangel: avrundede hjørner 12">
              <a:extLst>
                <a:ext uri="{FF2B5EF4-FFF2-40B4-BE49-F238E27FC236}">
                  <a16:creationId xmlns:a16="http://schemas.microsoft.com/office/drawing/2014/main" id="{4285A430-DD7C-45E4-AF76-70F255621BE4}"/>
                </a:ext>
              </a:extLst>
            </p:cNvPr>
            <p:cNvSpPr/>
            <p:nvPr/>
          </p:nvSpPr>
          <p:spPr>
            <a:xfrm>
              <a:off x="508000" y="2603500"/>
              <a:ext cx="8763000" cy="1460500"/>
            </a:xfrm>
            <a:prstGeom prst="roundRect">
              <a:avLst/>
            </a:prstGeom>
            <a:solidFill>
              <a:srgbClr val="8B5CF6">
                <a:alpha val="15000"/>
              </a:srgbClr>
            </a:solidFill>
            <a:ln w="19050" cap="flat" cmpd="sng" algn="ctr">
              <a:solidFill>
                <a:srgbClr val="8B5CF6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nb-NO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F7B24D6F-36BC-485B-98D5-C6DAD653EB58}"/>
                </a:ext>
              </a:extLst>
            </p:cNvPr>
            <p:cNvSpPr/>
            <p:nvPr/>
          </p:nvSpPr>
          <p:spPr>
            <a:xfrm>
              <a:off x="685800" y="3054350"/>
              <a:ext cx="558800" cy="558800"/>
            </a:xfrm>
            <a:prstGeom prst="ellipse">
              <a:avLst/>
            </a:prstGeom>
            <a:solidFill>
              <a:srgbClr val="8B5CF6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nb-NO" b="1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5" name="TekstSylinder 14">
              <a:extLst>
                <a:ext uri="{FF2B5EF4-FFF2-40B4-BE49-F238E27FC236}">
                  <a16:creationId xmlns:a16="http://schemas.microsoft.com/office/drawing/2014/main" id="{13204B05-671A-4D7D-9B72-F2B2F36B1228}"/>
                </a:ext>
              </a:extLst>
            </p:cNvPr>
            <p:cNvSpPr txBox="1"/>
            <p:nvPr/>
          </p:nvSpPr>
          <p:spPr>
            <a:xfrm>
              <a:off x="1422400" y="2730500"/>
              <a:ext cx="77216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t">
              <a:noAutofit/>
            </a:bodyPr>
            <a:lstStyle/>
            <a:p>
              <a:pPr algn="l"/>
              <a:r>
                <a:rPr lang="nb-NO" sz="17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Løs modellen med Python</a:t>
              </a:r>
            </a:p>
          </p:txBody>
        </p:sp>
        <p:sp>
          <p:nvSpPr>
            <p:cNvPr id="16" name="TekstSylinder 15">
              <a:extLst>
                <a:ext uri="{FF2B5EF4-FFF2-40B4-BE49-F238E27FC236}">
                  <a16:creationId xmlns:a16="http://schemas.microsoft.com/office/drawing/2014/main" id="{04559204-06AD-475F-BD3D-43ECB51C3900}"/>
                </a:ext>
              </a:extLst>
            </p:cNvPr>
            <p:cNvSpPr txBox="1"/>
            <p:nvPr/>
          </p:nvSpPr>
          <p:spPr>
            <a:xfrm>
              <a:off x="1422400" y="3086100"/>
              <a:ext cx="7721600" cy="863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nb-NO" sz="1400">
                  <a:solidFill>
                    <a:srgbClr val="CBD5E1"/>
                  </a:solidFill>
                  <a:latin typeface="Calibri"/>
                  <a:ea typeface="Calibri"/>
                  <a:cs typeface="Calibri"/>
                </a:rPr>
                <a:t>KI-agenten genererer Python-kode som løser modellen
Algoritmer for optimering, prognostisering eller simulering
Du må forstå, teste og verifisere all kode selv</a:t>
              </a:r>
            </a:p>
          </p:txBody>
        </p:sp>
        <p:sp>
          <p:nvSpPr>
            <p:cNvPr id="21" name="Pil: ned 20">
              <a:extLst>
                <a:ext uri="{FF2B5EF4-FFF2-40B4-BE49-F238E27FC236}">
                  <a16:creationId xmlns:a16="http://schemas.microsoft.com/office/drawing/2014/main" id="{ABE81F71-860E-4C07-A685-C19AFAA1394C}"/>
                </a:ext>
              </a:extLst>
            </p:cNvPr>
            <p:cNvSpPr/>
            <p:nvPr/>
          </p:nvSpPr>
          <p:spPr>
            <a:xfrm>
              <a:off x="812800" y="2400300"/>
              <a:ext cx="177800" cy="177800"/>
            </a:xfrm>
            <a:prstGeom prst="downArrow">
              <a:avLst/>
            </a:prstGeom>
            <a:solidFill>
              <a:srgbClr val="FFD700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nb-NO"/>
            </a:p>
          </p:txBody>
        </p:sp>
      </p:grpSp>
      <p:grpSp>
        <p:nvGrpSpPr>
          <p:cNvPr id="25" name="Gruppe 24">
            <a:extLst>
              <a:ext uri="{FF2B5EF4-FFF2-40B4-BE49-F238E27FC236}">
                <a16:creationId xmlns:a16="http://schemas.microsoft.com/office/drawing/2014/main" id="{5BCFEAD1-57AF-78BC-6246-690648C16FED}"/>
              </a:ext>
            </a:extLst>
          </p:cNvPr>
          <p:cNvGrpSpPr/>
          <p:nvPr/>
        </p:nvGrpSpPr>
        <p:grpSpPr>
          <a:xfrm>
            <a:off x="508000" y="4089400"/>
            <a:ext cx="8763000" cy="1663700"/>
            <a:chOff x="508000" y="4089400"/>
            <a:chExt cx="8763000" cy="1663700"/>
          </a:xfrm>
        </p:grpSpPr>
        <p:sp>
          <p:nvSpPr>
            <p:cNvPr id="17" name="Rektangel: avrundede hjørner 16">
              <a:extLst>
                <a:ext uri="{FF2B5EF4-FFF2-40B4-BE49-F238E27FC236}">
                  <a16:creationId xmlns:a16="http://schemas.microsoft.com/office/drawing/2014/main" id="{921BB332-0719-4CDF-B8C1-717815B5D87D}"/>
                </a:ext>
              </a:extLst>
            </p:cNvPr>
            <p:cNvSpPr/>
            <p:nvPr/>
          </p:nvSpPr>
          <p:spPr>
            <a:xfrm>
              <a:off x="508000" y="4292600"/>
              <a:ext cx="8763000" cy="1460500"/>
            </a:xfrm>
            <a:prstGeom prst="roundRect">
              <a:avLst/>
            </a:prstGeom>
            <a:solidFill>
              <a:srgbClr val="2ECC71">
                <a:alpha val="15000"/>
              </a:srgbClr>
            </a:solidFill>
            <a:ln w="19050" cap="flat" cmpd="sng" algn="ctr">
              <a:solidFill>
                <a:srgbClr val="2ECC71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nb-NO"/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60FCF5AA-8E7C-4C1D-B769-7E3A588433FD}"/>
                </a:ext>
              </a:extLst>
            </p:cNvPr>
            <p:cNvSpPr/>
            <p:nvPr/>
          </p:nvSpPr>
          <p:spPr>
            <a:xfrm>
              <a:off x="685800" y="4743450"/>
              <a:ext cx="558800" cy="558800"/>
            </a:xfrm>
            <a:prstGeom prst="ellipse">
              <a:avLst/>
            </a:prstGeom>
            <a:solidFill>
              <a:srgbClr val="2ECC71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nb-NO" b="1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19" name="TekstSylinder 18">
              <a:extLst>
                <a:ext uri="{FF2B5EF4-FFF2-40B4-BE49-F238E27FC236}">
                  <a16:creationId xmlns:a16="http://schemas.microsoft.com/office/drawing/2014/main" id="{A214F879-B61F-4526-B437-859E1A08D9D1}"/>
                </a:ext>
              </a:extLst>
            </p:cNvPr>
            <p:cNvSpPr txBox="1"/>
            <p:nvPr/>
          </p:nvSpPr>
          <p:spPr>
            <a:xfrm>
              <a:off x="1422400" y="4419600"/>
              <a:ext cx="77216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t">
              <a:noAutofit/>
            </a:bodyPr>
            <a:lstStyle/>
            <a:p>
              <a:pPr algn="l"/>
              <a:r>
                <a:rPr lang="nb-NO" sz="17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Generer grafer og visualiseringer</a:t>
              </a:r>
            </a:p>
          </p:txBody>
        </p:sp>
        <p:sp>
          <p:nvSpPr>
            <p:cNvPr id="20" name="TekstSylinder 19">
              <a:extLst>
                <a:ext uri="{FF2B5EF4-FFF2-40B4-BE49-F238E27FC236}">
                  <a16:creationId xmlns:a16="http://schemas.microsoft.com/office/drawing/2014/main" id="{4DEF71B5-0E2F-407F-994C-80E58BCE38B4}"/>
                </a:ext>
              </a:extLst>
            </p:cNvPr>
            <p:cNvSpPr txBox="1"/>
            <p:nvPr/>
          </p:nvSpPr>
          <p:spPr>
            <a:xfrm>
              <a:off x="1422400" y="4775200"/>
              <a:ext cx="7721600" cy="863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nb-NO" sz="1400">
                  <a:solidFill>
                    <a:srgbClr val="CBD5E1"/>
                  </a:solidFill>
                  <a:latin typeface="Calibri"/>
                  <a:ea typeface="Calibri"/>
                  <a:cs typeface="Calibri"/>
                </a:rPr>
                <a:t>Python (matplotlib/plotly) lager grafer fra resultatene
Grafene lagres som bilder og lenkes inn i .md-rapporten
Beskriv alle KI-genererte figurer eksplisitt i rapporten</a:t>
              </a:r>
            </a:p>
          </p:txBody>
        </p:sp>
        <p:sp>
          <p:nvSpPr>
            <p:cNvPr id="22" name="Pil: ned 21">
              <a:extLst>
                <a:ext uri="{FF2B5EF4-FFF2-40B4-BE49-F238E27FC236}">
                  <a16:creationId xmlns:a16="http://schemas.microsoft.com/office/drawing/2014/main" id="{0B1BDF1E-7BD7-4994-9436-08661548B519}"/>
                </a:ext>
              </a:extLst>
            </p:cNvPr>
            <p:cNvSpPr/>
            <p:nvPr/>
          </p:nvSpPr>
          <p:spPr>
            <a:xfrm>
              <a:off x="812800" y="4089400"/>
              <a:ext cx="177800" cy="177800"/>
            </a:xfrm>
            <a:prstGeom prst="downArrow">
              <a:avLst/>
            </a:prstGeom>
            <a:solidFill>
              <a:srgbClr val="FFD700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nb-NO"/>
            </a:p>
          </p:txBody>
        </p:sp>
      </p:grpSp>
    </p:spTree>
    <p:extLst>
      <p:ext uri="{BB962C8B-B14F-4D97-AF65-F5344CB8AC3E}">
        <p14:creationId xmlns:p14="http://schemas.microsoft.com/office/powerpoint/2010/main" val="381372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48640"/>
            <a:ext cx="1219199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53599" y="0"/>
            <a:ext cx="24383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45039" y="411480"/>
            <a:ext cx="2255519" cy="6263640"/>
          </a:xfrm>
        </p:spPr>
        <p:txBody>
          <a:bodyPr lIns="45720" rIns="45720"/>
          <a:lstStyle/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Introduksjon til fase 3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Nye KI-retningslinjer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Oppsett av utviklingsmiljøet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Generering av rapport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Data og modellering</a:t>
            </a:r>
          </a:p>
          <a:p>
            <a:pPr>
              <a:buAutoNum type="arabicPeriod"/>
              <a:defRPr sz="1000">
                <a:solidFill>
                  <a:srgbClr val="FFD700"/>
                </a:solidFill>
                <a:latin typeface="Calibri"/>
              </a:defRPr>
            </a:pPr>
            <a:r>
              <a:rPr lang="nb-NO"/>
              <a:t>Resultater og diskusjon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31811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3200" b="1">
                <a:solidFill>
                  <a:srgbClr val="FFFFFF"/>
                </a:solidFill>
                <a:latin typeface="Calibri"/>
              </a:rPr>
              <a:t>Resultater, diskusjon og konklusjon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599" y="0"/>
            <a:ext cx="243839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599" y="182880"/>
            <a:ext cx="24383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Fase 3: Gjennomføring</a:t>
            </a:r>
          </a:p>
        </p:txBody>
      </p:sp>
      <p:grpSp>
        <p:nvGrpSpPr>
          <p:cNvPr id="23" name="Gruppe 22">
            <a:extLst>
              <a:ext uri="{FF2B5EF4-FFF2-40B4-BE49-F238E27FC236}">
                <a16:creationId xmlns:a16="http://schemas.microsoft.com/office/drawing/2014/main" id="{00E6E90A-C840-1624-3C6F-793FAB6DA621}"/>
              </a:ext>
            </a:extLst>
          </p:cNvPr>
          <p:cNvGrpSpPr/>
          <p:nvPr/>
        </p:nvGrpSpPr>
        <p:grpSpPr>
          <a:xfrm>
            <a:off x="508000" y="914400"/>
            <a:ext cx="8763000" cy="1460500"/>
            <a:chOff x="508000" y="914400"/>
            <a:chExt cx="8763000" cy="1460500"/>
          </a:xfrm>
        </p:grpSpPr>
        <p:sp>
          <p:nvSpPr>
            <p:cNvPr id="2" name="Rektangel: avrundede hjørner 1">
              <a:extLst>
                <a:ext uri="{FF2B5EF4-FFF2-40B4-BE49-F238E27FC236}">
                  <a16:creationId xmlns:a16="http://schemas.microsoft.com/office/drawing/2014/main" id="{96968E5A-808B-4568-9D4A-D8A3497597A8}"/>
                </a:ext>
              </a:extLst>
            </p:cNvPr>
            <p:cNvSpPr/>
            <p:nvPr/>
          </p:nvSpPr>
          <p:spPr>
            <a:xfrm>
              <a:off x="508000" y="914400"/>
              <a:ext cx="8763000" cy="1460500"/>
            </a:xfrm>
            <a:prstGeom prst="roundRect">
              <a:avLst/>
            </a:prstGeom>
            <a:solidFill>
              <a:srgbClr val="3B82F6">
                <a:alpha val="15000"/>
              </a:srgbClr>
            </a:solidFill>
            <a:ln w="19050" cap="flat" cmpd="sng" algn="ctr">
              <a:solidFill>
                <a:srgbClr val="3B82F6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nb-NO"/>
            </a:p>
          </p:txBody>
        </p:sp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88809E16-805C-4A6D-BD77-3B536F5235AF}"/>
                </a:ext>
              </a:extLst>
            </p:cNvPr>
            <p:cNvSpPr/>
            <p:nvPr/>
          </p:nvSpPr>
          <p:spPr>
            <a:xfrm>
              <a:off x="685800" y="1365250"/>
              <a:ext cx="558800" cy="558800"/>
            </a:xfrm>
            <a:prstGeom prst="ellipse">
              <a:avLst/>
            </a:prstGeom>
            <a:solidFill>
              <a:srgbClr val="3B82F6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nb-NO" b="1">
                  <a:solidFill>
                    <a:srgbClr val="FFFFFF"/>
                  </a:solidFill>
                </a:rPr>
                <a:t>R</a:t>
              </a:r>
            </a:p>
          </p:txBody>
        </p:sp>
        <p:sp>
          <p:nvSpPr>
            <p:cNvPr id="10" name="TekstSylinder 9">
              <a:extLst>
                <a:ext uri="{FF2B5EF4-FFF2-40B4-BE49-F238E27FC236}">
                  <a16:creationId xmlns:a16="http://schemas.microsoft.com/office/drawing/2014/main" id="{40DB081D-2069-410F-ADC3-E3543DC49F5B}"/>
                </a:ext>
              </a:extLst>
            </p:cNvPr>
            <p:cNvSpPr txBox="1"/>
            <p:nvPr/>
          </p:nvSpPr>
          <p:spPr>
            <a:xfrm>
              <a:off x="1422400" y="1041400"/>
              <a:ext cx="77216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t">
              <a:noAutofit/>
            </a:bodyPr>
            <a:lstStyle/>
            <a:p>
              <a:pPr algn="l"/>
              <a:r>
                <a:rPr lang="nb-NO" sz="17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Resultater – dokumenter funn</a:t>
              </a:r>
            </a:p>
          </p:txBody>
        </p:sp>
        <p:sp>
          <p:nvSpPr>
            <p:cNvPr id="11" name="TekstSylinder 10">
              <a:extLst>
                <a:ext uri="{FF2B5EF4-FFF2-40B4-BE49-F238E27FC236}">
                  <a16:creationId xmlns:a16="http://schemas.microsoft.com/office/drawing/2014/main" id="{983AB225-DD89-4D58-9AC1-FC013457D2CA}"/>
                </a:ext>
              </a:extLst>
            </p:cNvPr>
            <p:cNvSpPr txBox="1"/>
            <p:nvPr/>
          </p:nvSpPr>
          <p:spPr>
            <a:xfrm>
              <a:off x="1422400" y="1397000"/>
              <a:ext cx="7721600" cy="863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nb-NO" sz="1400">
                  <a:solidFill>
                    <a:srgbClr val="CBD5E1"/>
                  </a:solidFill>
                  <a:latin typeface="Calibri"/>
                  <a:ea typeface="Calibri"/>
                  <a:cs typeface="Calibri"/>
                </a:rPr>
                <a:t>Kjør Python-modellen → samle numeriske resultater
Generer grafer/tabeller med matplotlib for rapporten
La KI-agenten generere resultatkapittelet basert på output</a:t>
              </a:r>
            </a:p>
          </p:txBody>
        </p:sp>
      </p:grpSp>
      <p:grpSp>
        <p:nvGrpSpPr>
          <p:cNvPr id="24" name="Gruppe 23">
            <a:extLst>
              <a:ext uri="{FF2B5EF4-FFF2-40B4-BE49-F238E27FC236}">
                <a16:creationId xmlns:a16="http://schemas.microsoft.com/office/drawing/2014/main" id="{B622C44F-3C56-C529-4501-EB7B0C7E21D5}"/>
              </a:ext>
            </a:extLst>
          </p:cNvPr>
          <p:cNvGrpSpPr/>
          <p:nvPr/>
        </p:nvGrpSpPr>
        <p:grpSpPr>
          <a:xfrm>
            <a:off x="508000" y="2400300"/>
            <a:ext cx="8763000" cy="1663700"/>
            <a:chOff x="508000" y="2400300"/>
            <a:chExt cx="8763000" cy="1663700"/>
          </a:xfrm>
        </p:grpSpPr>
        <p:sp>
          <p:nvSpPr>
            <p:cNvPr id="13" name="Rektangel: avrundede hjørner 12">
              <a:extLst>
                <a:ext uri="{FF2B5EF4-FFF2-40B4-BE49-F238E27FC236}">
                  <a16:creationId xmlns:a16="http://schemas.microsoft.com/office/drawing/2014/main" id="{3B7D5771-6BC4-497D-85D8-E6FE6FD3639C}"/>
                </a:ext>
              </a:extLst>
            </p:cNvPr>
            <p:cNvSpPr/>
            <p:nvPr/>
          </p:nvSpPr>
          <p:spPr>
            <a:xfrm>
              <a:off x="508000" y="2603500"/>
              <a:ext cx="8763000" cy="1460500"/>
            </a:xfrm>
            <a:prstGeom prst="roundRect">
              <a:avLst/>
            </a:prstGeom>
            <a:solidFill>
              <a:srgbClr val="F59E0B">
                <a:alpha val="15000"/>
              </a:srgbClr>
            </a:solidFill>
            <a:ln w="19050" cap="flat" cmpd="sng" algn="ctr">
              <a:solidFill>
                <a:srgbClr val="F59E0B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nb-NO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E4FE66A7-39C8-4A41-B0B0-A0ADF28C4B10}"/>
                </a:ext>
              </a:extLst>
            </p:cNvPr>
            <p:cNvSpPr/>
            <p:nvPr/>
          </p:nvSpPr>
          <p:spPr>
            <a:xfrm>
              <a:off x="685800" y="3054350"/>
              <a:ext cx="558800" cy="558800"/>
            </a:xfrm>
            <a:prstGeom prst="ellipse">
              <a:avLst/>
            </a:prstGeom>
            <a:solidFill>
              <a:srgbClr val="F59E0B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nb-NO" b="1">
                  <a:solidFill>
                    <a:srgbClr val="FFFFFF"/>
                  </a:solidFill>
                </a:rPr>
                <a:t>D</a:t>
              </a:r>
            </a:p>
          </p:txBody>
        </p:sp>
        <p:sp>
          <p:nvSpPr>
            <p:cNvPr id="15" name="TekstSylinder 14">
              <a:extLst>
                <a:ext uri="{FF2B5EF4-FFF2-40B4-BE49-F238E27FC236}">
                  <a16:creationId xmlns:a16="http://schemas.microsoft.com/office/drawing/2014/main" id="{264A5CBC-14E5-4547-8AC4-C08A9FCAC7F8}"/>
                </a:ext>
              </a:extLst>
            </p:cNvPr>
            <p:cNvSpPr txBox="1"/>
            <p:nvPr/>
          </p:nvSpPr>
          <p:spPr>
            <a:xfrm>
              <a:off x="1422400" y="2730500"/>
              <a:ext cx="77216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t">
              <a:noAutofit/>
            </a:bodyPr>
            <a:lstStyle/>
            <a:p>
              <a:pPr algn="l"/>
              <a:r>
                <a:rPr lang="nb-NO" sz="17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Diskusjon – tolke funn mot teori</a:t>
              </a:r>
            </a:p>
          </p:txBody>
        </p:sp>
        <p:sp>
          <p:nvSpPr>
            <p:cNvPr id="16" name="TekstSylinder 15">
              <a:extLst>
                <a:ext uri="{FF2B5EF4-FFF2-40B4-BE49-F238E27FC236}">
                  <a16:creationId xmlns:a16="http://schemas.microsoft.com/office/drawing/2014/main" id="{8AAE88A0-E5A7-4249-8CB6-5532D4AAF851}"/>
                </a:ext>
              </a:extLst>
            </p:cNvPr>
            <p:cNvSpPr txBox="1"/>
            <p:nvPr/>
          </p:nvSpPr>
          <p:spPr>
            <a:xfrm>
              <a:off x="1422400" y="3086100"/>
              <a:ext cx="7721600" cy="863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nb-NO" sz="1400">
                  <a:solidFill>
                    <a:srgbClr val="CBD5E1"/>
                  </a:solidFill>
                  <a:latin typeface="Calibri"/>
                  <a:ea typeface="Calibri"/>
                  <a:cs typeface="Calibri"/>
                </a:rPr>
                <a:t>Sammenlign resultater med teori og tidligere forskning
KI kan hjelpe med struktur, men argumentasjonen er din
Begrunn valg, begrensninger og implikasjoner</a:t>
              </a:r>
            </a:p>
          </p:txBody>
        </p:sp>
        <p:sp>
          <p:nvSpPr>
            <p:cNvPr id="21" name="Pil: ned 20">
              <a:extLst>
                <a:ext uri="{FF2B5EF4-FFF2-40B4-BE49-F238E27FC236}">
                  <a16:creationId xmlns:a16="http://schemas.microsoft.com/office/drawing/2014/main" id="{4479D8B3-6E73-479C-9BE4-66571813D005}"/>
                </a:ext>
              </a:extLst>
            </p:cNvPr>
            <p:cNvSpPr/>
            <p:nvPr/>
          </p:nvSpPr>
          <p:spPr>
            <a:xfrm>
              <a:off x="812800" y="2400300"/>
              <a:ext cx="177800" cy="177800"/>
            </a:xfrm>
            <a:prstGeom prst="downArrow">
              <a:avLst/>
            </a:prstGeom>
            <a:solidFill>
              <a:srgbClr val="FFD700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nb-NO"/>
            </a:p>
          </p:txBody>
        </p:sp>
      </p:grpSp>
      <p:grpSp>
        <p:nvGrpSpPr>
          <p:cNvPr id="25" name="Gruppe 24">
            <a:extLst>
              <a:ext uri="{FF2B5EF4-FFF2-40B4-BE49-F238E27FC236}">
                <a16:creationId xmlns:a16="http://schemas.microsoft.com/office/drawing/2014/main" id="{8BB30383-8095-DBE9-038D-34E48F528231}"/>
              </a:ext>
            </a:extLst>
          </p:cNvPr>
          <p:cNvGrpSpPr/>
          <p:nvPr/>
        </p:nvGrpSpPr>
        <p:grpSpPr>
          <a:xfrm>
            <a:off x="508000" y="4089400"/>
            <a:ext cx="8763000" cy="1663700"/>
            <a:chOff x="508000" y="4089400"/>
            <a:chExt cx="8763000" cy="1663700"/>
          </a:xfrm>
        </p:grpSpPr>
        <p:sp>
          <p:nvSpPr>
            <p:cNvPr id="17" name="Rektangel: avrundede hjørner 16">
              <a:extLst>
                <a:ext uri="{FF2B5EF4-FFF2-40B4-BE49-F238E27FC236}">
                  <a16:creationId xmlns:a16="http://schemas.microsoft.com/office/drawing/2014/main" id="{6B5C1EDD-428F-421F-998E-A816C9E211F3}"/>
                </a:ext>
              </a:extLst>
            </p:cNvPr>
            <p:cNvSpPr/>
            <p:nvPr/>
          </p:nvSpPr>
          <p:spPr>
            <a:xfrm>
              <a:off x="508000" y="4292600"/>
              <a:ext cx="8763000" cy="1460500"/>
            </a:xfrm>
            <a:prstGeom prst="roundRect">
              <a:avLst/>
            </a:prstGeom>
            <a:solidFill>
              <a:srgbClr val="2ECC71">
                <a:alpha val="15000"/>
              </a:srgbClr>
            </a:solidFill>
            <a:ln w="19050" cap="flat" cmpd="sng" algn="ctr">
              <a:solidFill>
                <a:srgbClr val="2ECC71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nb-NO"/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D7F547B2-51B5-480D-8B33-D0915D5F520B}"/>
                </a:ext>
              </a:extLst>
            </p:cNvPr>
            <p:cNvSpPr/>
            <p:nvPr/>
          </p:nvSpPr>
          <p:spPr>
            <a:xfrm>
              <a:off x="685800" y="4743450"/>
              <a:ext cx="558800" cy="558800"/>
            </a:xfrm>
            <a:prstGeom prst="ellipse">
              <a:avLst/>
            </a:prstGeom>
            <a:solidFill>
              <a:srgbClr val="2ECC71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nb-NO" b="1">
                  <a:solidFill>
                    <a:srgbClr val="FFFFFF"/>
                  </a:solidFill>
                </a:rPr>
                <a:t>K</a:t>
              </a:r>
            </a:p>
          </p:txBody>
        </p:sp>
        <p:sp>
          <p:nvSpPr>
            <p:cNvPr id="19" name="TekstSylinder 18">
              <a:extLst>
                <a:ext uri="{FF2B5EF4-FFF2-40B4-BE49-F238E27FC236}">
                  <a16:creationId xmlns:a16="http://schemas.microsoft.com/office/drawing/2014/main" id="{7F33A787-1BE5-4C8F-B87F-3A6C11267371}"/>
                </a:ext>
              </a:extLst>
            </p:cNvPr>
            <p:cNvSpPr txBox="1"/>
            <p:nvPr/>
          </p:nvSpPr>
          <p:spPr>
            <a:xfrm>
              <a:off x="1422400" y="4419600"/>
              <a:ext cx="77216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t">
              <a:noAutofit/>
            </a:bodyPr>
            <a:lstStyle/>
            <a:p>
              <a:pPr algn="l"/>
              <a:r>
                <a:rPr lang="nb-NO" sz="17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Konklusjon – besvar problemstillingen</a:t>
              </a:r>
            </a:p>
          </p:txBody>
        </p:sp>
        <p:sp>
          <p:nvSpPr>
            <p:cNvPr id="20" name="TekstSylinder 19">
              <a:extLst>
                <a:ext uri="{FF2B5EF4-FFF2-40B4-BE49-F238E27FC236}">
                  <a16:creationId xmlns:a16="http://schemas.microsoft.com/office/drawing/2014/main" id="{029631BF-66DD-4E62-89AA-0FB21487B350}"/>
                </a:ext>
              </a:extLst>
            </p:cNvPr>
            <p:cNvSpPr txBox="1"/>
            <p:nvPr/>
          </p:nvSpPr>
          <p:spPr>
            <a:xfrm>
              <a:off x="1422400" y="4775200"/>
              <a:ext cx="7721600" cy="863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nb-NO" sz="1400">
                  <a:solidFill>
                    <a:srgbClr val="CBD5E1"/>
                  </a:solidFill>
                  <a:latin typeface="Calibri"/>
                  <a:ea typeface="Calibri"/>
                  <a:cs typeface="Calibri"/>
                </a:rPr>
                <a:t>Oppsummer hovedfunn og svar på problemstillingen eksplisitt
Husk: Introduksjonen ferdigstilles helt til slutt!
⚠ Milepæl: Godkjent hovedutkast + peer review (27. apr)</a:t>
              </a:r>
            </a:p>
          </p:txBody>
        </p:sp>
        <p:sp>
          <p:nvSpPr>
            <p:cNvPr id="22" name="Pil: ned 21">
              <a:extLst>
                <a:ext uri="{FF2B5EF4-FFF2-40B4-BE49-F238E27FC236}">
                  <a16:creationId xmlns:a16="http://schemas.microsoft.com/office/drawing/2014/main" id="{650CB563-7DF2-4E1C-B721-A3629E703D28}"/>
                </a:ext>
              </a:extLst>
            </p:cNvPr>
            <p:cNvSpPr/>
            <p:nvPr/>
          </p:nvSpPr>
          <p:spPr>
            <a:xfrm>
              <a:off x="812800" y="4089400"/>
              <a:ext cx="177800" cy="177800"/>
            </a:xfrm>
            <a:prstGeom prst="downArrow">
              <a:avLst/>
            </a:prstGeom>
            <a:solidFill>
              <a:srgbClr val="FFD700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nb-NO"/>
            </a:p>
          </p:txBody>
        </p:sp>
      </p:grpSp>
    </p:spTree>
    <p:extLst>
      <p:ext uri="{BB962C8B-B14F-4D97-AF65-F5344CB8AC3E}">
        <p14:creationId xmlns:p14="http://schemas.microsoft.com/office/powerpoint/2010/main" val="1440197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48640"/>
            <a:ext cx="1219199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53599" y="0"/>
            <a:ext cx="24383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45039" y="411480"/>
            <a:ext cx="2255519" cy="6263640"/>
          </a:xfrm>
        </p:spPr>
        <p:txBody>
          <a:bodyPr lIns="45720" rIns="45720">
            <a:normAutofit/>
          </a:bodyPr>
          <a:lstStyle/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Introduksjon til fase 3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Nye KI-retningslinjer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Oppsett av utviklingsmiljøet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Generering av rapport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Data og modellering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Resultater og diskusjon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467038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3200" b="1">
                <a:solidFill>
                  <a:srgbClr val="FFFFFF"/>
                </a:solidFill>
                <a:latin typeface="Calibri"/>
              </a:rPr>
              <a:t>Oppsummering og neste steg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599" y="0"/>
            <a:ext cx="243839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599" y="182880"/>
            <a:ext cx="24383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Fase 3: Gjennomføring</a:t>
            </a:r>
          </a:p>
        </p:txBody>
      </p:sp>
      <p:sp>
        <p:nvSpPr>
          <p:cNvPr id="2" name="TekstSylinder 1">
            <a:extLst>
              <a:ext uri="{FF2B5EF4-FFF2-40B4-BE49-F238E27FC236}">
                <a16:creationId xmlns:a16="http://schemas.microsoft.com/office/drawing/2014/main" id="{127F1B95-EFEC-4091-88CE-7F4761232A14}"/>
              </a:ext>
            </a:extLst>
          </p:cNvPr>
          <p:cNvSpPr txBox="1"/>
          <p:nvPr/>
        </p:nvSpPr>
        <p:spPr>
          <a:xfrm>
            <a:off x="368300" y="825500"/>
            <a:ext cx="9017000" cy="212365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lang="nb-NO" sz="1600" b="1" dirty="0">
                <a:solidFill>
                  <a:srgbClr val="FFD700"/>
                </a:solidFill>
                <a:latin typeface="Calibri"/>
              </a:rPr>
              <a:t>Mandag 9. mars – det vi gjør i dag</a:t>
            </a:r>
          </a:p>
          <a:p>
            <a:pPr lvl="1">
              <a:spcAft>
                <a:spcPts val="50"/>
              </a:spcAft>
              <a:buFont typeface="Arial"/>
              <a:buChar char="•"/>
            </a:pPr>
            <a:r>
              <a:rPr lang="nb-NO" sz="1500" dirty="0">
                <a:solidFill>
                  <a:srgbClr val="CBD5E1"/>
                </a:solidFill>
                <a:latin typeface="Calibri"/>
              </a:rPr>
              <a:t>12:15–13:00  Introduksjon til fase 3 + nye KI-retningslinjer</a:t>
            </a:r>
          </a:p>
          <a:p>
            <a:pPr lvl="1">
              <a:spcAft>
                <a:spcPts val="50"/>
              </a:spcAft>
              <a:buFont typeface="Arial"/>
              <a:buChar char="•"/>
            </a:pPr>
            <a:r>
              <a:rPr lang="nb-NO" sz="1500" dirty="0">
                <a:solidFill>
                  <a:srgbClr val="CBD5E1"/>
                </a:solidFill>
                <a:latin typeface="Calibri"/>
              </a:rPr>
              <a:t>13:15–14:00  Oppsett av utviklingsmiljøet</a:t>
            </a:r>
          </a:p>
          <a:p>
            <a:pPr lvl="1">
              <a:spcAft>
                <a:spcPts val="50"/>
              </a:spcAft>
              <a:buFont typeface="Arial"/>
              <a:buChar char="•"/>
            </a:pPr>
            <a:r>
              <a:rPr lang="nb-NO" sz="1500" dirty="0">
                <a:solidFill>
                  <a:srgbClr val="CBD5E1"/>
                </a:solidFill>
                <a:latin typeface="Calibri"/>
              </a:rPr>
              <a:t>14:15–15:00  Generering av rapport med innholdsfortegnelse</a:t>
            </a:r>
          </a:p>
          <a:p>
            <a:pPr>
              <a:spcBef>
                <a:spcPts val="300"/>
              </a:spcBef>
              <a:spcAft>
                <a:spcPts val="200"/>
              </a:spcAft>
              <a:buNone/>
            </a:pPr>
            <a:r>
              <a:rPr lang="nb-NO" sz="1600" b="1" dirty="0">
                <a:solidFill>
                  <a:srgbClr val="FFD700"/>
                </a:solidFill>
                <a:latin typeface="Calibri"/>
              </a:rPr>
              <a:t>Onsdag 11. mars – neste økt</a:t>
            </a:r>
          </a:p>
          <a:p>
            <a:pPr lvl="1">
              <a:spcAft>
                <a:spcPts val="50"/>
              </a:spcAft>
              <a:buFont typeface="Arial"/>
              <a:buChar char="•"/>
            </a:pPr>
            <a:r>
              <a:rPr lang="nb-NO" sz="1500" dirty="0">
                <a:solidFill>
                  <a:srgbClr val="CBD5E1"/>
                </a:solidFill>
                <a:latin typeface="Calibri"/>
              </a:rPr>
              <a:t>12:15–13:00  Last opp data og planlegg gjennomføringsprosess</a:t>
            </a:r>
          </a:p>
          <a:p>
            <a:pPr lvl="1">
              <a:spcAft>
                <a:spcPts val="50"/>
              </a:spcAft>
              <a:buFont typeface="Arial"/>
              <a:buChar char="•"/>
            </a:pPr>
            <a:r>
              <a:rPr lang="nb-NO" sz="1500" dirty="0">
                <a:solidFill>
                  <a:srgbClr val="CBD5E1"/>
                </a:solidFill>
                <a:latin typeface="Calibri"/>
              </a:rPr>
              <a:t>13:15–14:00  Løs modellen med Python og generer grafer</a:t>
            </a:r>
          </a:p>
          <a:p>
            <a:pPr lvl="1">
              <a:spcAft>
                <a:spcPts val="50"/>
              </a:spcAft>
              <a:buFont typeface="Arial"/>
              <a:buChar char="•"/>
            </a:pPr>
            <a:r>
              <a:rPr lang="nb-NO" sz="1500" dirty="0">
                <a:solidFill>
                  <a:srgbClr val="CBD5E1"/>
                </a:solidFill>
                <a:latin typeface="Calibri"/>
              </a:rPr>
              <a:t>14:15–15:00  Generer resultater og diskusjonskapitler</a:t>
            </a:r>
          </a:p>
        </p:txBody>
      </p:sp>
    </p:spTree>
    <p:extLst>
      <p:ext uri="{BB962C8B-B14F-4D97-AF65-F5344CB8AC3E}">
        <p14:creationId xmlns:p14="http://schemas.microsoft.com/office/powerpoint/2010/main" val="4010837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63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DBA45CD-8C53-4762-B17B-B2E05DF1F99A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0c38e1-b6e2-4061-96f5-3a83e4f3492a" xsi:nil="true"/>
    <lcf76f155ced4ddcb4097134ff3c332f xmlns="15700c87-5547-428e-a808-210cffccada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D73479B3B86DF4F88CDECC6BD6FA5DC" ma:contentTypeVersion="19" ma:contentTypeDescription="Opprett et nytt dokument." ma:contentTypeScope="" ma:versionID="d44d522dc1ccfe4199dac68fb58b11a3">
  <xsd:schema xmlns:xsd="http://www.w3.org/2001/XMLSchema" xmlns:xs="http://www.w3.org/2001/XMLSchema" xmlns:p="http://schemas.microsoft.com/office/2006/metadata/properties" xmlns:ns2="15700c87-5547-428e-a808-210cffccada0" xmlns:ns3="400c38e1-b6e2-4061-96f5-3a83e4f3492a" targetNamespace="http://schemas.microsoft.com/office/2006/metadata/properties" ma:root="true" ma:fieldsID="0cfca59e82323ac82fda0b08f91f8425" ns2:_="" ns3:_="">
    <xsd:import namespace="15700c87-5547-428e-a808-210cffccada0"/>
    <xsd:import namespace="400c38e1-b6e2-4061-96f5-3a83e4f349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700c87-5547-428e-a808-210cffccad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Bildemerkelapper" ma:readOnly="false" ma:fieldId="{5cf76f15-5ced-4ddc-b409-7134ff3c332f}" ma:taxonomyMulti="true" ma:sspId="7b32657b-12f9-4180-b5be-a75843c42e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0c38e1-b6e2-4061-96f5-3a83e4f3492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6cb161f-45c3-42c7-a6e9-be8c41fa98c8}" ma:internalName="TaxCatchAll" ma:showField="CatchAllData" ma:web="400c38e1-b6e2-4061-96f5-3a83e4f349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3FAD4B-EF18-4DF5-9051-02F405256087}">
  <ds:schemaRefs>
    <ds:schemaRef ds:uri="15700c87-5547-428e-a808-210cffccada0"/>
    <ds:schemaRef ds:uri="400c38e1-b6e2-4061-96f5-3a83e4f3492a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58FB5D0-547A-484F-A60B-92EB37E069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3CFF8D-5CE9-482C-8F0C-FF85A9569361}">
  <ds:schemaRefs>
    <ds:schemaRef ds:uri="15700c87-5547-428e-a808-210cffccada0"/>
    <ds:schemaRef ds:uri="400c38e1-b6e2-4061-96f5-3a83e4f3492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904</Words>
  <Application>Microsoft Office PowerPoint</Application>
  <PresentationFormat>Widescreen</PresentationFormat>
  <Paragraphs>167</Paragraphs>
  <Slides>8</Slides>
  <Notes>2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Bård Inge Austigard Pettersen</dc:creator>
  <cp:keywords/>
  <dc:description>generated using python-pptx</dc:description>
  <cp:lastModifiedBy>Bård Inge Austigard Pettersen</cp:lastModifiedBy>
  <cp:revision>5</cp:revision>
  <dcterms:created xsi:type="dcterms:W3CDTF">2013-01-27T09:14:16Z</dcterms:created>
  <dcterms:modified xsi:type="dcterms:W3CDTF">2026-03-09T13:16:11Z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e59125d-3421-490c-8c49-713131ff88a1_Enabled">
    <vt:lpwstr>true</vt:lpwstr>
  </property>
  <property fmtid="{D5CDD505-2E9C-101B-9397-08002B2CF9AE}" pid="3" name="MSIP_Label_ee59125d-3421-490c-8c49-713131ff88a1_SetDate">
    <vt:lpwstr>2025-09-15T10:54:25Z</vt:lpwstr>
  </property>
  <property fmtid="{D5CDD505-2E9C-101B-9397-08002B2CF9AE}" pid="4" name="MSIP_Label_ee59125d-3421-490c-8c49-713131ff88a1_Method">
    <vt:lpwstr>Standard</vt:lpwstr>
  </property>
  <property fmtid="{D5CDD505-2E9C-101B-9397-08002B2CF9AE}" pid="5" name="MSIP_Label_ee59125d-3421-490c-8c49-713131ff88a1_Name">
    <vt:lpwstr>Yellow</vt:lpwstr>
  </property>
  <property fmtid="{D5CDD505-2E9C-101B-9397-08002B2CF9AE}" pid="6" name="MSIP_Label_ee59125d-3421-490c-8c49-713131ff88a1_SiteId">
    <vt:lpwstr>938c1eb0-9d08-484b-92b9-53f583bd08fb</vt:lpwstr>
  </property>
  <property fmtid="{D5CDD505-2E9C-101B-9397-08002B2CF9AE}" pid="7" name="MSIP_Label_ee59125d-3421-490c-8c49-713131ff88a1_ActionId">
    <vt:lpwstr>d2e65523-dc12-4eee-a3b0-18f787279a51</vt:lpwstr>
  </property>
  <property fmtid="{D5CDD505-2E9C-101B-9397-08002B2CF9AE}" pid="8" name="MSIP_Label_ee59125d-3421-490c-8c49-713131ff88a1_ContentBits">
    <vt:lpwstr>0</vt:lpwstr>
  </property>
  <property fmtid="{D5CDD505-2E9C-101B-9397-08002B2CF9AE}" pid="9" name="MSIP_Label_ee59125d-3421-490c-8c49-713131ff88a1_Tag">
    <vt:lpwstr>10, 3, 0, 1</vt:lpwstr>
  </property>
  <property fmtid="{D5CDD505-2E9C-101B-9397-08002B2CF9AE}" pid="10" name="ContentTypeId">
    <vt:lpwstr>0x0101001D73479B3B86DF4F88CDECC6BD6FA5DC</vt:lpwstr>
  </property>
  <property fmtid="{D5CDD505-2E9C-101B-9397-08002B2CF9AE}" pid="11" name="MediaServiceImageTags">
    <vt:lpwstr/>
  </property>
</Properties>
</file>